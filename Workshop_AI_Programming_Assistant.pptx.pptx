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 Bold" charset="1" panose="020B0802030000000004"/>
      <p:regular r:id="rId25"/>
    </p:embeddedFont>
    <p:embeddedFont>
      <p:font typeface="Canva Sans" charset="1" panose="020B0503030501040103"/>
      <p:regular r:id="rId26"/>
    </p:embeddedFont>
    <p:embeddedFont>
      <p:font typeface="Inter" charset="1" panose="020B050203000000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28" Target="../media/image26.sv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30" Target="../media/image28.svg" Type="http://schemas.openxmlformats.org/officeDocument/2006/relationships/image"/><Relationship Id="rId31" Target="../media/image29.png" Type="http://schemas.openxmlformats.org/officeDocument/2006/relationships/image"/><Relationship Id="rId32" Target="../media/image30.svg" Type="http://schemas.openxmlformats.org/officeDocument/2006/relationships/image"/><Relationship Id="rId33" Target="../media/image31.png" Type="http://schemas.openxmlformats.org/officeDocument/2006/relationships/image"/><Relationship Id="rId34" Target="../media/image32.svg" Type="http://schemas.openxmlformats.org/officeDocument/2006/relationships/image"/><Relationship Id="rId35" Target="../media/image33.png" Type="http://schemas.openxmlformats.org/officeDocument/2006/relationships/image"/><Relationship Id="rId36" Target="../media/image34.svg" Type="http://schemas.openxmlformats.org/officeDocument/2006/relationships/image"/><Relationship Id="rId37" Target="../media/image35.png" Type="http://schemas.openxmlformats.org/officeDocument/2006/relationships/image"/><Relationship Id="rId38" Target="../media/image36.svg" Type="http://schemas.openxmlformats.org/officeDocument/2006/relationships/image"/><Relationship Id="rId39" Target="../media/image37.png" Type="http://schemas.openxmlformats.org/officeDocument/2006/relationships/image"/><Relationship Id="rId4" Target="../media/image2.svg" Type="http://schemas.openxmlformats.org/officeDocument/2006/relationships/image"/><Relationship Id="rId40" Target="../media/image38.svg" Type="http://schemas.openxmlformats.org/officeDocument/2006/relationships/image"/><Relationship Id="rId41" Target="../media/image39.png" Type="http://schemas.openxmlformats.org/officeDocument/2006/relationships/image"/><Relationship Id="rId42" Target="../media/image40.svg" Type="http://schemas.openxmlformats.org/officeDocument/2006/relationships/image"/><Relationship Id="rId43" Target="../media/image41.png" Type="http://schemas.openxmlformats.org/officeDocument/2006/relationships/image"/><Relationship Id="rId44" Target="../media/image42.svg" Type="http://schemas.openxmlformats.org/officeDocument/2006/relationships/image"/><Relationship Id="rId45" Target="../media/image43.png" Type="http://schemas.openxmlformats.org/officeDocument/2006/relationships/image"/><Relationship Id="rId46" Target="../media/image44.svg" Type="http://schemas.openxmlformats.org/officeDocument/2006/relationships/image"/><Relationship Id="rId47" Target="../media/image45.png" Type="http://schemas.openxmlformats.org/officeDocument/2006/relationships/image"/><Relationship Id="rId48" Target="../media/image46.svg" Type="http://schemas.openxmlformats.org/officeDocument/2006/relationships/image"/><Relationship Id="rId49" Target="../media/image47.png" Type="http://schemas.openxmlformats.org/officeDocument/2006/relationships/image"/><Relationship Id="rId5" Target="../media/image3.png" Type="http://schemas.openxmlformats.org/officeDocument/2006/relationships/image"/><Relationship Id="rId50" Target="../media/image48.svg" Type="http://schemas.openxmlformats.org/officeDocument/2006/relationships/image"/><Relationship Id="rId51" Target="../media/image49.png" Type="http://schemas.openxmlformats.org/officeDocument/2006/relationships/image"/><Relationship Id="rId52" Target="../media/image50.svg" Type="http://schemas.openxmlformats.org/officeDocument/2006/relationships/image"/><Relationship Id="rId53" Target="../media/image51.png" Type="http://schemas.openxmlformats.org/officeDocument/2006/relationships/image"/><Relationship Id="rId54" Target="../media/image52.svg" Type="http://schemas.openxmlformats.org/officeDocument/2006/relationships/image"/><Relationship Id="rId55" Target="../media/image53.png" Type="http://schemas.openxmlformats.org/officeDocument/2006/relationships/image"/><Relationship Id="rId56" Target="../media/image54.svg" Type="http://schemas.openxmlformats.org/officeDocument/2006/relationships/image"/><Relationship Id="rId57" Target="../media/image55.png" Type="http://schemas.openxmlformats.org/officeDocument/2006/relationships/image"/><Relationship Id="rId58" Target="../media/image56.svg" Type="http://schemas.openxmlformats.org/officeDocument/2006/relationships/image"/><Relationship Id="rId59" Target="../media/image57.png" Type="http://schemas.openxmlformats.org/officeDocument/2006/relationships/image"/><Relationship Id="rId6" Target="../media/image4.svg" Type="http://schemas.openxmlformats.org/officeDocument/2006/relationships/image"/><Relationship Id="rId60" Target="../media/image58.svg" Type="http://schemas.openxmlformats.org/officeDocument/2006/relationships/image"/><Relationship Id="rId61" Target="../media/image59.png" Type="http://schemas.openxmlformats.org/officeDocument/2006/relationships/image"/><Relationship Id="rId62" Target="../media/image60.svg" Type="http://schemas.openxmlformats.org/officeDocument/2006/relationships/image"/><Relationship Id="rId63" Target="../media/image61.png" Type="http://schemas.openxmlformats.org/officeDocument/2006/relationships/image"/><Relationship Id="rId64" Target="../media/image62.svg" Type="http://schemas.openxmlformats.org/officeDocument/2006/relationships/image"/><Relationship Id="rId65" Target="../media/image63.png" Type="http://schemas.openxmlformats.org/officeDocument/2006/relationships/image"/><Relationship Id="rId66" Target="../media/image64.svg" Type="http://schemas.openxmlformats.org/officeDocument/2006/relationships/image"/><Relationship Id="rId67" Target="../media/image65.png" Type="http://schemas.openxmlformats.org/officeDocument/2006/relationships/image"/><Relationship Id="rId68" Target="../media/image66.svg" Type="http://schemas.openxmlformats.org/officeDocument/2006/relationships/image"/><Relationship Id="rId69" Target="../media/image67.png" Type="http://schemas.openxmlformats.org/officeDocument/2006/relationships/image"/><Relationship Id="rId7" Target="../media/image5.png" Type="http://schemas.openxmlformats.org/officeDocument/2006/relationships/image"/><Relationship Id="rId70" Target="../media/image68.svg" Type="http://schemas.openxmlformats.org/officeDocument/2006/relationships/image"/><Relationship Id="rId71" Target="../media/image69.png" Type="http://schemas.openxmlformats.org/officeDocument/2006/relationships/image"/><Relationship Id="rId72" Target="../media/image70.sv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71.png" Type="http://schemas.openxmlformats.org/officeDocument/2006/relationships/image"/><Relationship Id="rId24" Target="../media/image72.svg" Type="http://schemas.openxmlformats.org/officeDocument/2006/relationships/image"/><Relationship Id="rId25" Target="../media/image73.png" Type="http://schemas.openxmlformats.org/officeDocument/2006/relationships/image"/><Relationship Id="rId26" Target="../media/image74.svg" Type="http://schemas.openxmlformats.org/officeDocument/2006/relationships/image"/><Relationship Id="rId27" Target="../media/image75.png" Type="http://schemas.openxmlformats.org/officeDocument/2006/relationships/image"/><Relationship Id="rId28" Target="../media/image76.svg" Type="http://schemas.openxmlformats.org/officeDocument/2006/relationships/image"/><Relationship Id="rId29" Target="../media/image77.png" Type="http://schemas.openxmlformats.org/officeDocument/2006/relationships/image"/><Relationship Id="rId3" Target="../media/image1.png" Type="http://schemas.openxmlformats.org/officeDocument/2006/relationships/image"/><Relationship Id="rId30" Target="../media/image78.svg" Type="http://schemas.openxmlformats.org/officeDocument/2006/relationships/image"/><Relationship Id="rId31" Target="../media/image79.png" Type="http://schemas.openxmlformats.org/officeDocument/2006/relationships/image"/><Relationship Id="rId32" Target="../media/image80.svg" Type="http://schemas.openxmlformats.org/officeDocument/2006/relationships/image"/><Relationship Id="rId33" Target="../media/image81.png" Type="http://schemas.openxmlformats.org/officeDocument/2006/relationships/image"/><Relationship Id="rId34" Target="../media/image82.svg" Type="http://schemas.openxmlformats.org/officeDocument/2006/relationships/image"/><Relationship Id="rId35" Target="../media/image83.png" Type="http://schemas.openxmlformats.org/officeDocument/2006/relationships/image"/><Relationship Id="rId36" Target="../media/image84.svg" Type="http://schemas.openxmlformats.org/officeDocument/2006/relationships/image"/><Relationship Id="rId37" Target="../media/image85.png" Type="http://schemas.openxmlformats.org/officeDocument/2006/relationships/image"/><Relationship Id="rId38" Target="../media/image86.svg" Type="http://schemas.openxmlformats.org/officeDocument/2006/relationships/image"/><Relationship Id="rId39" Target="../media/image87.png" Type="http://schemas.openxmlformats.org/officeDocument/2006/relationships/image"/><Relationship Id="rId4" Target="../media/image2.svg" Type="http://schemas.openxmlformats.org/officeDocument/2006/relationships/image"/><Relationship Id="rId40" Target="../media/image88.svg" Type="http://schemas.openxmlformats.org/officeDocument/2006/relationships/image"/><Relationship Id="rId41" Target="../media/image89.png" Type="http://schemas.openxmlformats.org/officeDocument/2006/relationships/image"/><Relationship Id="rId42" Target="../media/image90.svg" Type="http://schemas.openxmlformats.org/officeDocument/2006/relationships/image"/><Relationship Id="rId43" Target="../media/image91.png" Type="http://schemas.openxmlformats.org/officeDocument/2006/relationships/image"/><Relationship Id="rId44" Target="../media/image92.svg" Type="http://schemas.openxmlformats.org/officeDocument/2006/relationships/image"/><Relationship Id="rId45" Target="../media/image93.png" Type="http://schemas.openxmlformats.org/officeDocument/2006/relationships/image"/><Relationship Id="rId46" Target="../media/image94.svg" Type="http://schemas.openxmlformats.org/officeDocument/2006/relationships/image"/><Relationship Id="rId47" Target="../media/image95.png" Type="http://schemas.openxmlformats.org/officeDocument/2006/relationships/image"/><Relationship Id="rId48" Target="../media/image96.svg" Type="http://schemas.openxmlformats.org/officeDocument/2006/relationships/image"/><Relationship Id="rId49" Target="../media/image97.png" Type="http://schemas.openxmlformats.org/officeDocument/2006/relationships/image"/><Relationship Id="rId5" Target="../media/image3.png" Type="http://schemas.openxmlformats.org/officeDocument/2006/relationships/image"/><Relationship Id="rId50" Target="../media/image98.svg" Type="http://schemas.openxmlformats.org/officeDocument/2006/relationships/image"/><Relationship Id="rId51" Target="../media/image99.png" Type="http://schemas.openxmlformats.org/officeDocument/2006/relationships/image"/><Relationship Id="rId52" Target="../media/image100.svg" Type="http://schemas.openxmlformats.org/officeDocument/2006/relationships/image"/><Relationship Id="rId53" Target="../media/image101.png" Type="http://schemas.openxmlformats.org/officeDocument/2006/relationships/image"/><Relationship Id="rId54" Target="../media/image102.svg" Type="http://schemas.openxmlformats.org/officeDocument/2006/relationships/image"/><Relationship Id="rId55" Target="../media/image103.png" Type="http://schemas.openxmlformats.org/officeDocument/2006/relationships/image"/><Relationship Id="rId56" Target="../media/image104.svg" Type="http://schemas.openxmlformats.org/officeDocument/2006/relationships/image"/><Relationship Id="rId57" Target="../media/image105.png" Type="http://schemas.openxmlformats.org/officeDocument/2006/relationships/image"/><Relationship Id="rId58" Target="../media/image106.svg" Type="http://schemas.openxmlformats.org/officeDocument/2006/relationships/image"/><Relationship Id="rId59" Target="../media/image107.png" Type="http://schemas.openxmlformats.org/officeDocument/2006/relationships/image"/><Relationship Id="rId6" Target="../media/image4.svg" Type="http://schemas.openxmlformats.org/officeDocument/2006/relationships/image"/><Relationship Id="rId60" Target="../media/image108.svg" Type="http://schemas.openxmlformats.org/officeDocument/2006/relationships/image"/><Relationship Id="rId61" Target="../media/image109.png" Type="http://schemas.openxmlformats.org/officeDocument/2006/relationships/image"/><Relationship Id="rId62" Target="../media/image110.svg" Type="http://schemas.openxmlformats.org/officeDocument/2006/relationships/image"/><Relationship Id="rId63" Target="../media/image111.png" Type="http://schemas.openxmlformats.org/officeDocument/2006/relationships/image"/><Relationship Id="rId64" Target="../media/image112.svg" Type="http://schemas.openxmlformats.org/officeDocument/2006/relationships/image"/><Relationship Id="rId65" Target="../media/image113.png" Type="http://schemas.openxmlformats.org/officeDocument/2006/relationships/image"/><Relationship Id="rId66" Target="../media/image114.svg" Type="http://schemas.openxmlformats.org/officeDocument/2006/relationships/image"/><Relationship Id="rId67" Target="../media/image115.png" Type="http://schemas.openxmlformats.org/officeDocument/2006/relationships/image"/><Relationship Id="rId68" Target="../media/image116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27" Target="../media/image121.png" Type="http://schemas.openxmlformats.org/officeDocument/2006/relationships/image"/><Relationship Id="rId28" Target="../media/image122.svg" Type="http://schemas.openxmlformats.org/officeDocument/2006/relationships/image"/><Relationship Id="rId29" Target="../media/image123.png" Type="http://schemas.openxmlformats.org/officeDocument/2006/relationships/image"/><Relationship Id="rId3" Target="../media/image1.png" Type="http://schemas.openxmlformats.org/officeDocument/2006/relationships/image"/><Relationship Id="rId30" Target="../media/image124.svg" Type="http://schemas.openxmlformats.org/officeDocument/2006/relationships/image"/><Relationship Id="rId31" Target="../media/image125.png" Type="http://schemas.openxmlformats.org/officeDocument/2006/relationships/image"/><Relationship Id="rId32" Target="../media/image126.svg" Type="http://schemas.openxmlformats.org/officeDocument/2006/relationships/image"/><Relationship Id="rId33" Target="../media/image127.png" Type="http://schemas.openxmlformats.org/officeDocument/2006/relationships/image"/><Relationship Id="rId34" Target="../media/image128.svg" Type="http://schemas.openxmlformats.org/officeDocument/2006/relationships/image"/><Relationship Id="rId35" Target="../media/image129.png" Type="http://schemas.openxmlformats.org/officeDocument/2006/relationships/image"/><Relationship Id="rId36" Target="../media/image130.svg" Type="http://schemas.openxmlformats.org/officeDocument/2006/relationships/image"/><Relationship Id="rId37" Target="../media/image131.png" Type="http://schemas.openxmlformats.org/officeDocument/2006/relationships/image"/><Relationship Id="rId38" Target="../media/image132.svg" Type="http://schemas.openxmlformats.org/officeDocument/2006/relationships/image"/><Relationship Id="rId39" Target="../media/image133.png" Type="http://schemas.openxmlformats.org/officeDocument/2006/relationships/image"/><Relationship Id="rId4" Target="../media/image2.svg" Type="http://schemas.openxmlformats.org/officeDocument/2006/relationships/image"/><Relationship Id="rId40" Target="../media/image134.svg" Type="http://schemas.openxmlformats.org/officeDocument/2006/relationships/image"/><Relationship Id="rId41" Target="../media/image135.png" Type="http://schemas.openxmlformats.org/officeDocument/2006/relationships/image"/><Relationship Id="rId42" Target="../media/image136.svg" Type="http://schemas.openxmlformats.org/officeDocument/2006/relationships/image"/><Relationship Id="rId43" Target="../media/image137.png" Type="http://schemas.openxmlformats.org/officeDocument/2006/relationships/image"/><Relationship Id="rId44" Target="../media/image138.svg" Type="http://schemas.openxmlformats.org/officeDocument/2006/relationships/image"/><Relationship Id="rId45" Target="../media/image139.png" Type="http://schemas.openxmlformats.org/officeDocument/2006/relationships/image"/><Relationship Id="rId46" Target="../media/image140.svg" Type="http://schemas.openxmlformats.org/officeDocument/2006/relationships/image"/><Relationship Id="rId47" Target="../media/image141.png" Type="http://schemas.openxmlformats.org/officeDocument/2006/relationships/image"/><Relationship Id="rId48" Target="../media/image142.svg" Type="http://schemas.openxmlformats.org/officeDocument/2006/relationships/image"/><Relationship Id="rId49" Target="../media/image143.png" Type="http://schemas.openxmlformats.org/officeDocument/2006/relationships/image"/><Relationship Id="rId5" Target="../media/image3.png" Type="http://schemas.openxmlformats.org/officeDocument/2006/relationships/image"/><Relationship Id="rId50" Target="../media/image144.svg" Type="http://schemas.openxmlformats.org/officeDocument/2006/relationships/image"/><Relationship Id="rId51" Target="../media/image145.png" Type="http://schemas.openxmlformats.org/officeDocument/2006/relationships/image"/><Relationship Id="rId52" Target="../media/image146.svg" Type="http://schemas.openxmlformats.org/officeDocument/2006/relationships/image"/><Relationship Id="rId53" Target="../media/image147.png" Type="http://schemas.openxmlformats.org/officeDocument/2006/relationships/image"/><Relationship Id="rId54" Target="../media/image148.svg" Type="http://schemas.openxmlformats.org/officeDocument/2006/relationships/image"/><Relationship Id="rId55" Target="../media/image149.png" Type="http://schemas.openxmlformats.org/officeDocument/2006/relationships/image"/><Relationship Id="rId56" Target="../media/image150.svg" Type="http://schemas.openxmlformats.org/officeDocument/2006/relationships/image"/><Relationship Id="rId57" Target="../media/image151.png" Type="http://schemas.openxmlformats.org/officeDocument/2006/relationships/image"/><Relationship Id="rId58" Target="../media/image152.svg" Type="http://schemas.openxmlformats.org/officeDocument/2006/relationships/image"/><Relationship Id="rId59" Target="../media/image153.png" Type="http://schemas.openxmlformats.org/officeDocument/2006/relationships/image"/><Relationship Id="rId6" Target="../media/image4.svg" Type="http://schemas.openxmlformats.org/officeDocument/2006/relationships/image"/><Relationship Id="rId60" Target="../media/image154.svg" Type="http://schemas.openxmlformats.org/officeDocument/2006/relationships/image"/><Relationship Id="rId61" Target="../media/image155.png" Type="http://schemas.openxmlformats.org/officeDocument/2006/relationships/image"/><Relationship Id="rId62" Target="../media/image156.svg" Type="http://schemas.openxmlformats.org/officeDocument/2006/relationships/image"/><Relationship Id="rId63" Target="../media/image157.png" Type="http://schemas.openxmlformats.org/officeDocument/2006/relationships/image"/><Relationship Id="rId64" Target="../media/image158.svg" Type="http://schemas.openxmlformats.org/officeDocument/2006/relationships/image"/><Relationship Id="rId65" Target="../media/image159.png" Type="http://schemas.openxmlformats.org/officeDocument/2006/relationships/image"/><Relationship Id="rId66" Target="../media/image160.svg" Type="http://schemas.openxmlformats.org/officeDocument/2006/relationships/image"/><Relationship Id="rId67" Target="../media/image161.png" Type="http://schemas.openxmlformats.org/officeDocument/2006/relationships/image"/><Relationship Id="rId68" Target="../media/image162.svg" Type="http://schemas.openxmlformats.org/officeDocument/2006/relationships/image"/><Relationship Id="rId69" Target="../media/image163.png" Type="http://schemas.openxmlformats.org/officeDocument/2006/relationships/image"/><Relationship Id="rId7" Target="../media/image5.png" Type="http://schemas.openxmlformats.org/officeDocument/2006/relationships/image"/><Relationship Id="rId70" Target="../media/image164.svg" Type="http://schemas.openxmlformats.org/officeDocument/2006/relationships/image"/><Relationship Id="rId71" Target="../media/image165.png" Type="http://schemas.openxmlformats.org/officeDocument/2006/relationships/image"/><Relationship Id="rId72" Target="../media/image166.svg" Type="http://schemas.openxmlformats.org/officeDocument/2006/relationships/image"/><Relationship Id="rId73" Target="../media/image167.png" Type="http://schemas.openxmlformats.org/officeDocument/2006/relationships/image"/><Relationship Id="rId74" Target="../media/image168.svg" Type="http://schemas.openxmlformats.org/officeDocument/2006/relationships/image"/><Relationship Id="rId75" Target="../media/image169.png" Type="http://schemas.openxmlformats.org/officeDocument/2006/relationships/image"/><Relationship Id="rId76" Target="../media/image170.svg" Type="http://schemas.openxmlformats.org/officeDocument/2006/relationships/image"/><Relationship Id="rId77" Target="../media/image171.png" Type="http://schemas.openxmlformats.org/officeDocument/2006/relationships/image"/><Relationship Id="rId78" Target="../media/image172.svg" Type="http://schemas.openxmlformats.org/officeDocument/2006/relationships/image"/><Relationship Id="rId79" Target="../media/image173.png" Type="http://schemas.openxmlformats.org/officeDocument/2006/relationships/image"/><Relationship Id="rId8" Target="../media/image6.svg" Type="http://schemas.openxmlformats.org/officeDocument/2006/relationships/image"/><Relationship Id="rId80" Target="../media/image174.svg" Type="http://schemas.openxmlformats.org/officeDocument/2006/relationships/image"/><Relationship Id="rId81" Target="../media/image175.png" Type="http://schemas.openxmlformats.org/officeDocument/2006/relationships/image"/><Relationship Id="rId82" Target="../media/image17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27" Target="../media/image121.png" Type="http://schemas.openxmlformats.org/officeDocument/2006/relationships/image"/><Relationship Id="rId28" Target="../media/image122.svg" Type="http://schemas.openxmlformats.org/officeDocument/2006/relationships/image"/><Relationship Id="rId29" Target="../media/image123.png" Type="http://schemas.openxmlformats.org/officeDocument/2006/relationships/image"/><Relationship Id="rId3" Target="../media/image1.png" Type="http://schemas.openxmlformats.org/officeDocument/2006/relationships/image"/><Relationship Id="rId30" Target="../media/image124.svg" Type="http://schemas.openxmlformats.org/officeDocument/2006/relationships/image"/><Relationship Id="rId31" Target="../media/image125.png" Type="http://schemas.openxmlformats.org/officeDocument/2006/relationships/image"/><Relationship Id="rId32" Target="../media/image126.svg" Type="http://schemas.openxmlformats.org/officeDocument/2006/relationships/image"/><Relationship Id="rId33" Target="../media/image127.png" Type="http://schemas.openxmlformats.org/officeDocument/2006/relationships/image"/><Relationship Id="rId34" Target="../media/image128.svg" Type="http://schemas.openxmlformats.org/officeDocument/2006/relationships/image"/><Relationship Id="rId35" Target="../media/image129.png" Type="http://schemas.openxmlformats.org/officeDocument/2006/relationships/image"/><Relationship Id="rId36" Target="../media/image130.svg" Type="http://schemas.openxmlformats.org/officeDocument/2006/relationships/image"/><Relationship Id="rId37" Target="../media/image131.png" Type="http://schemas.openxmlformats.org/officeDocument/2006/relationships/image"/><Relationship Id="rId38" Target="../media/image132.svg" Type="http://schemas.openxmlformats.org/officeDocument/2006/relationships/image"/><Relationship Id="rId39" Target="../media/image133.png" Type="http://schemas.openxmlformats.org/officeDocument/2006/relationships/image"/><Relationship Id="rId4" Target="../media/image2.svg" Type="http://schemas.openxmlformats.org/officeDocument/2006/relationships/image"/><Relationship Id="rId40" Target="../media/image134.svg" Type="http://schemas.openxmlformats.org/officeDocument/2006/relationships/image"/><Relationship Id="rId41" Target="../media/image135.png" Type="http://schemas.openxmlformats.org/officeDocument/2006/relationships/image"/><Relationship Id="rId42" Target="../media/image136.svg" Type="http://schemas.openxmlformats.org/officeDocument/2006/relationships/image"/><Relationship Id="rId43" Target="../media/image137.png" Type="http://schemas.openxmlformats.org/officeDocument/2006/relationships/image"/><Relationship Id="rId44" Target="../media/image138.svg" Type="http://schemas.openxmlformats.org/officeDocument/2006/relationships/image"/><Relationship Id="rId45" Target="../media/image139.png" Type="http://schemas.openxmlformats.org/officeDocument/2006/relationships/image"/><Relationship Id="rId46" Target="../media/image140.svg" Type="http://schemas.openxmlformats.org/officeDocument/2006/relationships/image"/><Relationship Id="rId47" Target="../media/image141.png" Type="http://schemas.openxmlformats.org/officeDocument/2006/relationships/image"/><Relationship Id="rId48" Target="../media/image142.svg" Type="http://schemas.openxmlformats.org/officeDocument/2006/relationships/image"/><Relationship Id="rId49" Target="../media/image143.png" Type="http://schemas.openxmlformats.org/officeDocument/2006/relationships/image"/><Relationship Id="rId5" Target="../media/image3.png" Type="http://schemas.openxmlformats.org/officeDocument/2006/relationships/image"/><Relationship Id="rId50" Target="../media/image144.svg" Type="http://schemas.openxmlformats.org/officeDocument/2006/relationships/image"/><Relationship Id="rId51" Target="../media/image145.png" Type="http://schemas.openxmlformats.org/officeDocument/2006/relationships/image"/><Relationship Id="rId52" Target="../media/image146.svg" Type="http://schemas.openxmlformats.org/officeDocument/2006/relationships/image"/><Relationship Id="rId53" Target="../media/image147.png" Type="http://schemas.openxmlformats.org/officeDocument/2006/relationships/image"/><Relationship Id="rId54" Target="../media/image148.svg" Type="http://schemas.openxmlformats.org/officeDocument/2006/relationships/image"/><Relationship Id="rId55" Target="../media/image149.png" Type="http://schemas.openxmlformats.org/officeDocument/2006/relationships/image"/><Relationship Id="rId56" Target="../media/image150.svg" Type="http://schemas.openxmlformats.org/officeDocument/2006/relationships/image"/><Relationship Id="rId57" Target="../media/image151.png" Type="http://schemas.openxmlformats.org/officeDocument/2006/relationships/image"/><Relationship Id="rId58" Target="../media/image152.svg" Type="http://schemas.openxmlformats.org/officeDocument/2006/relationships/image"/><Relationship Id="rId59" Target="../media/image153.png" Type="http://schemas.openxmlformats.org/officeDocument/2006/relationships/image"/><Relationship Id="rId6" Target="../media/image4.svg" Type="http://schemas.openxmlformats.org/officeDocument/2006/relationships/image"/><Relationship Id="rId60" Target="../media/image154.svg" Type="http://schemas.openxmlformats.org/officeDocument/2006/relationships/image"/><Relationship Id="rId61" Target="../media/image155.png" Type="http://schemas.openxmlformats.org/officeDocument/2006/relationships/image"/><Relationship Id="rId62" Target="../media/image156.svg" Type="http://schemas.openxmlformats.org/officeDocument/2006/relationships/image"/><Relationship Id="rId63" Target="../media/image157.png" Type="http://schemas.openxmlformats.org/officeDocument/2006/relationships/image"/><Relationship Id="rId64" Target="../media/image158.svg" Type="http://schemas.openxmlformats.org/officeDocument/2006/relationships/image"/><Relationship Id="rId65" Target="../media/image159.png" Type="http://schemas.openxmlformats.org/officeDocument/2006/relationships/image"/><Relationship Id="rId66" Target="../media/image160.svg" Type="http://schemas.openxmlformats.org/officeDocument/2006/relationships/image"/><Relationship Id="rId67" Target="../media/image161.png" Type="http://schemas.openxmlformats.org/officeDocument/2006/relationships/image"/><Relationship Id="rId68" Target="../media/image162.svg" Type="http://schemas.openxmlformats.org/officeDocument/2006/relationships/image"/><Relationship Id="rId69" Target="../media/image163.png" Type="http://schemas.openxmlformats.org/officeDocument/2006/relationships/image"/><Relationship Id="rId7" Target="../media/image5.png" Type="http://schemas.openxmlformats.org/officeDocument/2006/relationships/image"/><Relationship Id="rId70" Target="../media/image164.svg" Type="http://schemas.openxmlformats.org/officeDocument/2006/relationships/image"/><Relationship Id="rId71" Target="../media/image165.png" Type="http://schemas.openxmlformats.org/officeDocument/2006/relationships/image"/><Relationship Id="rId72" Target="../media/image166.svg" Type="http://schemas.openxmlformats.org/officeDocument/2006/relationships/image"/><Relationship Id="rId73" Target="../media/image167.png" Type="http://schemas.openxmlformats.org/officeDocument/2006/relationships/image"/><Relationship Id="rId74" Target="../media/image168.svg" Type="http://schemas.openxmlformats.org/officeDocument/2006/relationships/image"/><Relationship Id="rId75" Target="../media/image169.png" Type="http://schemas.openxmlformats.org/officeDocument/2006/relationships/image"/><Relationship Id="rId76" Target="../media/image170.svg" Type="http://schemas.openxmlformats.org/officeDocument/2006/relationships/image"/><Relationship Id="rId77" Target="../media/image171.png" Type="http://schemas.openxmlformats.org/officeDocument/2006/relationships/image"/><Relationship Id="rId78" Target="../media/image172.svg" Type="http://schemas.openxmlformats.org/officeDocument/2006/relationships/image"/><Relationship Id="rId79" Target="../media/image173.png" Type="http://schemas.openxmlformats.org/officeDocument/2006/relationships/image"/><Relationship Id="rId8" Target="../media/image6.svg" Type="http://schemas.openxmlformats.org/officeDocument/2006/relationships/image"/><Relationship Id="rId80" Target="../media/image174.svg" Type="http://schemas.openxmlformats.org/officeDocument/2006/relationships/image"/><Relationship Id="rId81" Target="../media/image175.png" Type="http://schemas.openxmlformats.org/officeDocument/2006/relationships/image"/><Relationship Id="rId82" Target="../media/image17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3.png" Type="http://schemas.openxmlformats.org/officeDocument/2006/relationships/image"/><Relationship Id="rId20" Target="../media/image1.png" Type="http://schemas.openxmlformats.org/officeDocument/2006/relationships/image"/><Relationship Id="rId21" Target="../media/image2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20.sv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20.sv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27" Target="../media/image121.png" Type="http://schemas.openxmlformats.org/officeDocument/2006/relationships/image"/><Relationship Id="rId28" Target="../media/image122.svg" Type="http://schemas.openxmlformats.org/officeDocument/2006/relationships/image"/><Relationship Id="rId29" Target="../media/image123.png" Type="http://schemas.openxmlformats.org/officeDocument/2006/relationships/image"/><Relationship Id="rId3" Target="../media/image1.png" Type="http://schemas.openxmlformats.org/officeDocument/2006/relationships/image"/><Relationship Id="rId30" Target="../media/image124.svg" Type="http://schemas.openxmlformats.org/officeDocument/2006/relationships/image"/><Relationship Id="rId31" Target="../media/image125.png" Type="http://schemas.openxmlformats.org/officeDocument/2006/relationships/image"/><Relationship Id="rId32" Target="../media/image126.svg" Type="http://schemas.openxmlformats.org/officeDocument/2006/relationships/image"/><Relationship Id="rId33" Target="../media/image127.png" Type="http://schemas.openxmlformats.org/officeDocument/2006/relationships/image"/><Relationship Id="rId34" Target="../media/image128.svg" Type="http://schemas.openxmlformats.org/officeDocument/2006/relationships/image"/><Relationship Id="rId35" Target="../media/image129.png" Type="http://schemas.openxmlformats.org/officeDocument/2006/relationships/image"/><Relationship Id="rId36" Target="../media/image130.svg" Type="http://schemas.openxmlformats.org/officeDocument/2006/relationships/image"/><Relationship Id="rId37" Target="../media/image131.png" Type="http://schemas.openxmlformats.org/officeDocument/2006/relationships/image"/><Relationship Id="rId38" Target="../media/image132.svg" Type="http://schemas.openxmlformats.org/officeDocument/2006/relationships/image"/><Relationship Id="rId39" Target="../media/image133.png" Type="http://schemas.openxmlformats.org/officeDocument/2006/relationships/image"/><Relationship Id="rId4" Target="../media/image2.svg" Type="http://schemas.openxmlformats.org/officeDocument/2006/relationships/image"/><Relationship Id="rId40" Target="../media/image134.svg" Type="http://schemas.openxmlformats.org/officeDocument/2006/relationships/image"/><Relationship Id="rId41" Target="../media/image135.png" Type="http://schemas.openxmlformats.org/officeDocument/2006/relationships/image"/><Relationship Id="rId42" Target="../media/image136.svg" Type="http://schemas.openxmlformats.org/officeDocument/2006/relationships/image"/><Relationship Id="rId43" Target="../media/image137.png" Type="http://schemas.openxmlformats.org/officeDocument/2006/relationships/image"/><Relationship Id="rId44" Target="../media/image138.svg" Type="http://schemas.openxmlformats.org/officeDocument/2006/relationships/image"/><Relationship Id="rId45" Target="../media/image139.png" Type="http://schemas.openxmlformats.org/officeDocument/2006/relationships/image"/><Relationship Id="rId46" Target="../media/image140.svg" Type="http://schemas.openxmlformats.org/officeDocument/2006/relationships/image"/><Relationship Id="rId47" Target="../media/image141.png" Type="http://schemas.openxmlformats.org/officeDocument/2006/relationships/image"/><Relationship Id="rId48" Target="../media/image142.svg" Type="http://schemas.openxmlformats.org/officeDocument/2006/relationships/image"/><Relationship Id="rId49" Target="../media/image143.png" Type="http://schemas.openxmlformats.org/officeDocument/2006/relationships/image"/><Relationship Id="rId5" Target="../media/image3.png" Type="http://schemas.openxmlformats.org/officeDocument/2006/relationships/image"/><Relationship Id="rId50" Target="../media/image144.svg" Type="http://schemas.openxmlformats.org/officeDocument/2006/relationships/image"/><Relationship Id="rId51" Target="../media/image145.png" Type="http://schemas.openxmlformats.org/officeDocument/2006/relationships/image"/><Relationship Id="rId52" Target="../media/image146.svg" Type="http://schemas.openxmlformats.org/officeDocument/2006/relationships/image"/><Relationship Id="rId53" Target="../media/image147.png" Type="http://schemas.openxmlformats.org/officeDocument/2006/relationships/image"/><Relationship Id="rId54" Target="../media/image148.svg" Type="http://schemas.openxmlformats.org/officeDocument/2006/relationships/image"/><Relationship Id="rId55" Target="../media/image149.png" Type="http://schemas.openxmlformats.org/officeDocument/2006/relationships/image"/><Relationship Id="rId56" Target="../media/image150.svg" Type="http://schemas.openxmlformats.org/officeDocument/2006/relationships/image"/><Relationship Id="rId57" Target="../media/image151.png" Type="http://schemas.openxmlformats.org/officeDocument/2006/relationships/image"/><Relationship Id="rId58" Target="../media/image152.svg" Type="http://schemas.openxmlformats.org/officeDocument/2006/relationships/image"/><Relationship Id="rId59" Target="../media/image153.png" Type="http://schemas.openxmlformats.org/officeDocument/2006/relationships/image"/><Relationship Id="rId6" Target="../media/image4.svg" Type="http://schemas.openxmlformats.org/officeDocument/2006/relationships/image"/><Relationship Id="rId60" Target="../media/image154.svg" Type="http://schemas.openxmlformats.org/officeDocument/2006/relationships/image"/><Relationship Id="rId61" Target="../media/image155.png" Type="http://schemas.openxmlformats.org/officeDocument/2006/relationships/image"/><Relationship Id="rId62" Target="../media/image156.svg" Type="http://schemas.openxmlformats.org/officeDocument/2006/relationships/image"/><Relationship Id="rId63" Target="../media/image157.png" Type="http://schemas.openxmlformats.org/officeDocument/2006/relationships/image"/><Relationship Id="rId64" Target="../media/image158.svg" Type="http://schemas.openxmlformats.org/officeDocument/2006/relationships/image"/><Relationship Id="rId65" Target="../media/image159.png" Type="http://schemas.openxmlformats.org/officeDocument/2006/relationships/image"/><Relationship Id="rId66" Target="../media/image160.svg" Type="http://schemas.openxmlformats.org/officeDocument/2006/relationships/image"/><Relationship Id="rId67" Target="../media/image161.png" Type="http://schemas.openxmlformats.org/officeDocument/2006/relationships/image"/><Relationship Id="rId68" Target="../media/image162.svg" Type="http://schemas.openxmlformats.org/officeDocument/2006/relationships/image"/><Relationship Id="rId69" Target="../media/image163.png" Type="http://schemas.openxmlformats.org/officeDocument/2006/relationships/image"/><Relationship Id="rId7" Target="../media/image5.png" Type="http://schemas.openxmlformats.org/officeDocument/2006/relationships/image"/><Relationship Id="rId70" Target="../media/image164.svg" Type="http://schemas.openxmlformats.org/officeDocument/2006/relationships/image"/><Relationship Id="rId71" Target="../media/image165.png" Type="http://schemas.openxmlformats.org/officeDocument/2006/relationships/image"/><Relationship Id="rId72" Target="../media/image166.svg" Type="http://schemas.openxmlformats.org/officeDocument/2006/relationships/image"/><Relationship Id="rId73" Target="../media/image167.png" Type="http://schemas.openxmlformats.org/officeDocument/2006/relationships/image"/><Relationship Id="rId74" Target="../media/image168.svg" Type="http://schemas.openxmlformats.org/officeDocument/2006/relationships/image"/><Relationship Id="rId75" Target="../media/image169.png" Type="http://schemas.openxmlformats.org/officeDocument/2006/relationships/image"/><Relationship Id="rId76" Target="../media/image170.svg" Type="http://schemas.openxmlformats.org/officeDocument/2006/relationships/image"/><Relationship Id="rId77" Target="../media/image171.png" Type="http://schemas.openxmlformats.org/officeDocument/2006/relationships/image"/><Relationship Id="rId78" Target="../media/image172.svg" Type="http://schemas.openxmlformats.org/officeDocument/2006/relationships/image"/><Relationship Id="rId79" Target="../media/image173.png" Type="http://schemas.openxmlformats.org/officeDocument/2006/relationships/image"/><Relationship Id="rId8" Target="../media/image6.svg" Type="http://schemas.openxmlformats.org/officeDocument/2006/relationships/image"/><Relationship Id="rId80" Target="../media/image174.svg" Type="http://schemas.openxmlformats.org/officeDocument/2006/relationships/image"/><Relationship Id="rId81" Target="../media/image175.png" Type="http://schemas.openxmlformats.org/officeDocument/2006/relationships/image"/><Relationship Id="rId82" Target="../media/image17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20.svg" Type="http://schemas.openxmlformats.org/officeDocument/2006/relationships/image"/><Relationship Id="rId21" Target="../media/image177.png" Type="http://schemas.openxmlformats.org/officeDocument/2006/relationships/image"/><Relationship Id="rId22" Target="../media/image178.png" Type="http://schemas.openxmlformats.org/officeDocument/2006/relationships/image"/><Relationship Id="rId23" Target="../media/image179.png" Type="http://schemas.openxmlformats.org/officeDocument/2006/relationships/image"/><Relationship Id="rId24" Target="../media/image1.png" Type="http://schemas.openxmlformats.org/officeDocument/2006/relationships/image"/><Relationship Id="rId25" Target="../media/image2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3.png" Type="http://schemas.openxmlformats.org/officeDocument/2006/relationships/image"/><Relationship Id="rId20" Target="../media/image180.pn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3.png" Type="http://schemas.openxmlformats.org/officeDocument/2006/relationships/image"/><Relationship Id="rId20" Target="../media/image181.pn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3.png" Type="http://schemas.openxmlformats.org/officeDocument/2006/relationships/image"/><Relationship Id="rId20" Target="../media/image182.pn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27" Target="../media/image121.png" Type="http://schemas.openxmlformats.org/officeDocument/2006/relationships/image"/><Relationship Id="rId28" Target="../media/image122.svg" Type="http://schemas.openxmlformats.org/officeDocument/2006/relationships/image"/><Relationship Id="rId29" Target="../media/image123.png" Type="http://schemas.openxmlformats.org/officeDocument/2006/relationships/image"/><Relationship Id="rId3" Target="../media/image1.png" Type="http://schemas.openxmlformats.org/officeDocument/2006/relationships/image"/><Relationship Id="rId30" Target="../media/image124.svg" Type="http://schemas.openxmlformats.org/officeDocument/2006/relationships/image"/><Relationship Id="rId31" Target="../media/image125.png" Type="http://schemas.openxmlformats.org/officeDocument/2006/relationships/image"/><Relationship Id="rId32" Target="../media/image126.svg" Type="http://schemas.openxmlformats.org/officeDocument/2006/relationships/image"/><Relationship Id="rId33" Target="../media/image127.png" Type="http://schemas.openxmlformats.org/officeDocument/2006/relationships/image"/><Relationship Id="rId34" Target="../media/image128.svg" Type="http://schemas.openxmlformats.org/officeDocument/2006/relationships/image"/><Relationship Id="rId35" Target="../media/image129.png" Type="http://schemas.openxmlformats.org/officeDocument/2006/relationships/image"/><Relationship Id="rId36" Target="../media/image130.svg" Type="http://schemas.openxmlformats.org/officeDocument/2006/relationships/image"/><Relationship Id="rId37" Target="../media/image131.png" Type="http://schemas.openxmlformats.org/officeDocument/2006/relationships/image"/><Relationship Id="rId38" Target="../media/image132.svg" Type="http://schemas.openxmlformats.org/officeDocument/2006/relationships/image"/><Relationship Id="rId39" Target="../media/image133.png" Type="http://schemas.openxmlformats.org/officeDocument/2006/relationships/image"/><Relationship Id="rId4" Target="../media/image2.svg" Type="http://schemas.openxmlformats.org/officeDocument/2006/relationships/image"/><Relationship Id="rId40" Target="../media/image134.svg" Type="http://schemas.openxmlformats.org/officeDocument/2006/relationships/image"/><Relationship Id="rId41" Target="../media/image135.png" Type="http://schemas.openxmlformats.org/officeDocument/2006/relationships/image"/><Relationship Id="rId42" Target="../media/image136.svg" Type="http://schemas.openxmlformats.org/officeDocument/2006/relationships/image"/><Relationship Id="rId43" Target="../media/image137.png" Type="http://schemas.openxmlformats.org/officeDocument/2006/relationships/image"/><Relationship Id="rId44" Target="../media/image138.svg" Type="http://schemas.openxmlformats.org/officeDocument/2006/relationships/image"/><Relationship Id="rId45" Target="../media/image139.png" Type="http://schemas.openxmlformats.org/officeDocument/2006/relationships/image"/><Relationship Id="rId46" Target="../media/image140.svg" Type="http://schemas.openxmlformats.org/officeDocument/2006/relationships/image"/><Relationship Id="rId47" Target="../media/image141.png" Type="http://schemas.openxmlformats.org/officeDocument/2006/relationships/image"/><Relationship Id="rId48" Target="../media/image142.svg" Type="http://schemas.openxmlformats.org/officeDocument/2006/relationships/image"/><Relationship Id="rId49" Target="../media/image143.png" Type="http://schemas.openxmlformats.org/officeDocument/2006/relationships/image"/><Relationship Id="rId5" Target="../media/image3.png" Type="http://schemas.openxmlformats.org/officeDocument/2006/relationships/image"/><Relationship Id="rId50" Target="../media/image144.svg" Type="http://schemas.openxmlformats.org/officeDocument/2006/relationships/image"/><Relationship Id="rId51" Target="../media/image145.png" Type="http://schemas.openxmlformats.org/officeDocument/2006/relationships/image"/><Relationship Id="rId52" Target="../media/image146.svg" Type="http://schemas.openxmlformats.org/officeDocument/2006/relationships/image"/><Relationship Id="rId53" Target="../media/image147.png" Type="http://schemas.openxmlformats.org/officeDocument/2006/relationships/image"/><Relationship Id="rId54" Target="../media/image148.svg" Type="http://schemas.openxmlformats.org/officeDocument/2006/relationships/image"/><Relationship Id="rId55" Target="../media/image149.png" Type="http://schemas.openxmlformats.org/officeDocument/2006/relationships/image"/><Relationship Id="rId56" Target="../media/image150.svg" Type="http://schemas.openxmlformats.org/officeDocument/2006/relationships/image"/><Relationship Id="rId57" Target="../media/image151.png" Type="http://schemas.openxmlformats.org/officeDocument/2006/relationships/image"/><Relationship Id="rId58" Target="../media/image152.svg" Type="http://schemas.openxmlformats.org/officeDocument/2006/relationships/image"/><Relationship Id="rId59" Target="../media/image153.png" Type="http://schemas.openxmlformats.org/officeDocument/2006/relationships/image"/><Relationship Id="rId6" Target="../media/image4.svg" Type="http://schemas.openxmlformats.org/officeDocument/2006/relationships/image"/><Relationship Id="rId60" Target="../media/image154.svg" Type="http://schemas.openxmlformats.org/officeDocument/2006/relationships/image"/><Relationship Id="rId61" Target="../media/image155.png" Type="http://schemas.openxmlformats.org/officeDocument/2006/relationships/image"/><Relationship Id="rId62" Target="../media/image156.svg" Type="http://schemas.openxmlformats.org/officeDocument/2006/relationships/image"/><Relationship Id="rId63" Target="../media/image157.png" Type="http://schemas.openxmlformats.org/officeDocument/2006/relationships/image"/><Relationship Id="rId64" Target="../media/image158.svg" Type="http://schemas.openxmlformats.org/officeDocument/2006/relationships/image"/><Relationship Id="rId65" Target="../media/image159.png" Type="http://schemas.openxmlformats.org/officeDocument/2006/relationships/image"/><Relationship Id="rId66" Target="../media/image160.svg" Type="http://schemas.openxmlformats.org/officeDocument/2006/relationships/image"/><Relationship Id="rId67" Target="../media/image161.png" Type="http://schemas.openxmlformats.org/officeDocument/2006/relationships/image"/><Relationship Id="rId68" Target="../media/image162.svg" Type="http://schemas.openxmlformats.org/officeDocument/2006/relationships/image"/><Relationship Id="rId69" Target="../media/image163.png" Type="http://schemas.openxmlformats.org/officeDocument/2006/relationships/image"/><Relationship Id="rId7" Target="../media/image5.png" Type="http://schemas.openxmlformats.org/officeDocument/2006/relationships/image"/><Relationship Id="rId70" Target="../media/image164.svg" Type="http://schemas.openxmlformats.org/officeDocument/2006/relationships/image"/><Relationship Id="rId71" Target="../media/image165.png" Type="http://schemas.openxmlformats.org/officeDocument/2006/relationships/image"/><Relationship Id="rId72" Target="../media/image166.svg" Type="http://schemas.openxmlformats.org/officeDocument/2006/relationships/image"/><Relationship Id="rId73" Target="../media/image167.png" Type="http://schemas.openxmlformats.org/officeDocument/2006/relationships/image"/><Relationship Id="rId74" Target="../media/image168.svg" Type="http://schemas.openxmlformats.org/officeDocument/2006/relationships/image"/><Relationship Id="rId75" Target="../media/image169.png" Type="http://schemas.openxmlformats.org/officeDocument/2006/relationships/image"/><Relationship Id="rId76" Target="../media/image170.svg" Type="http://schemas.openxmlformats.org/officeDocument/2006/relationships/image"/><Relationship Id="rId77" Target="../media/image171.png" Type="http://schemas.openxmlformats.org/officeDocument/2006/relationships/image"/><Relationship Id="rId78" Target="../media/image172.svg" Type="http://schemas.openxmlformats.org/officeDocument/2006/relationships/image"/><Relationship Id="rId79" Target="../media/image173.png" Type="http://schemas.openxmlformats.org/officeDocument/2006/relationships/image"/><Relationship Id="rId8" Target="../media/image6.svg" Type="http://schemas.openxmlformats.org/officeDocument/2006/relationships/image"/><Relationship Id="rId80" Target="../media/image174.svg" Type="http://schemas.openxmlformats.org/officeDocument/2006/relationships/image"/><Relationship Id="rId81" Target="../media/image175.png" Type="http://schemas.openxmlformats.org/officeDocument/2006/relationships/image"/><Relationship Id="rId82" Target="../media/image17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27" Target="../media/image121.png" Type="http://schemas.openxmlformats.org/officeDocument/2006/relationships/image"/><Relationship Id="rId28" Target="../media/image122.svg" Type="http://schemas.openxmlformats.org/officeDocument/2006/relationships/image"/><Relationship Id="rId29" Target="../media/image123.png" Type="http://schemas.openxmlformats.org/officeDocument/2006/relationships/image"/><Relationship Id="rId3" Target="../media/image1.png" Type="http://schemas.openxmlformats.org/officeDocument/2006/relationships/image"/><Relationship Id="rId30" Target="../media/image124.svg" Type="http://schemas.openxmlformats.org/officeDocument/2006/relationships/image"/><Relationship Id="rId31" Target="../media/image125.png" Type="http://schemas.openxmlformats.org/officeDocument/2006/relationships/image"/><Relationship Id="rId32" Target="../media/image126.svg" Type="http://schemas.openxmlformats.org/officeDocument/2006/relationships/image"/><Relationship Id="rId33" Target="../media/image127.png" Type="http://schemas.openxmlformats.org/officeDocument/2006/relationships/image"/><Relationship Id="rId34" Target="../media/image128.svg" Type="http://schemas.openxmlformats.org/officeDocument/2006/relationships/image"/><Relationship Id="rId35" Target="../media/image129.png" Type="http://schemas.openxmlformats.org/officeDocument/2006/relationships/image"/><Relationship Id="rId36" Target="../media/image130.svg" Type="http://schemas.openxmlformats.org/officeDocument/2006/relationships/image"/><Relationship Id="rId37" Target="../media/image131.png" Type="http://schemas.openxmlformats.org/officeDocument/2006/relationships/image"/><Relationship Id="rId38" Target="../media/image132.svg" Type="http://schemas.openxmlformats.org/officeDocument/2006/relationships/image"/><Relationship Id="rId39" Target="../media/image133.png" Type="http://schemas.openxmlformats.org/officeDocument/2006/relationships/image"/><Relationship Id="rId4" Target="../media/image2.svg" Type="http://schemas.openxmlformats.org/officeDocument/2006/relationships/image"/><Relationship Id="rId40" Target="../media/image134.svg" Type="http://schemas.openxmlformats.org/officeDocument/2006/relationships/image"/><Relationship Id="rId41" Target="../media/image135.png" Type="http://schemas.openxmlformats.org/officeDocument/2006/relationships/image"/><Relationship Id="rId42" Target="../media/image136.svg" Type="http://schemas.openxmlformats.org/officeDocument/2006/relationships/image"/><Relationship Id="rId43" Target="../media/image137.png" Type="http://schemas.openxmlformats.org/officeDocument/2006/relationships/image"/><Relationship Id="rId44" Target="../media/image138.svg" Type="http://schemas.openxmlformats.org/officeDocument/2006/relationships/image"/><Relationship Id="rId45" Target="../media/image139.png" Type="http://schemas.openxmlformats.org/officeDocument/2006/relationships/image"/><Relationship Id="rId46" Target="../media/image140.svg" Type="http://schemas.openxmlformats.org/officeDocument/2006/relationships/image"/><Relationship Id="rId47" Target="../media/image141.png" Type="http://schemas.openxmlformats.org/officeDocument/2006/relationships/image"/><Relationship Id="rId48" Target="../media/image142.svg" Type="http://schemas.openxmlformats.org/officeDocument/2006/relationships/image"/><Relationship Id="rId49" Target="../media/image143.png" Type="http://schemas.openxmlformats.org/officeDocument/2006/relationships/image"/><Relationship Id="rId5" Target="../media/image3.png" Type="http://schemas.openxmlformats.org/officeDocument/2006/relationships/image"/><Relationship Id="rId50" Target="../media/image144.svg" Type="http://schemas.openxmlformats.org/officeDocument/2006/relationships/image"/><Relationship Id="rId51" Target="../media/image145.png" Type="http://schemas.openxmlformats.org/officeDocument/2006/relationships/image"/><Relationship Id="rId52" Target="../media/image146.svg" Type="http://schemas.openxmlformats.org/officeDocument/2006/relationships/image"/><Relationship Id="rId53" Target="../media/image147.png" Type="http://schemas.openxmlformats.org/officeDocument/2006/relationships/image"/><Relationship Id="rId54" Target="../media/image148.svg" Type="http://schemas.openxmlformats.org/officeDocument/2006/relationships/image"/><Relationship Id="rId55" Target="../media/image149.png" Type="http://schemas.openxmlformats.org/officeDocument/2006/relationships/image"/><Relationship Id="rId56" Target="../media/image150.svg" Type="http://schemas.openxmlformats.org/officeDocument/2006/relationships/image"/><Relationship Id="rId57" Target="../media/image151.png" Type="http://schemas.openxmlformats.org/officeDocument/2006/relationships/image"/><Relationship Id="rId58" Target="../media/image152.svg" Type="http://schemas.openxmlformats.org/officeDocument/2006/relationships/image"/><Relationship Id="rId59" Target="../media/image153.png" Type="http://schemas.openxmlformats.org/officeDocument/2006/relationships/image"/><Relationship Id="rId6" Target="../media/image4.svg" Type="http://schemas.openxmlformats.org/officeDocument/2006/relationships/image"/><Relationship Id="rId60" Target="../media/image154.svg" Type="http://schemas.openxmlformats.org/officeDocument/2006/relationships/image"/><Relationship Id="rId61" Target="../media/image155.png" Type="http://schemas.openxmlformats.org/officeDocument/2006/relationships/image"/><Relationship Id="rId62" Target="../media/image156.svg" Type="http://schemas.openxmlformats.org/officeDocument/2006/relationships/image"/><Relationship Id="rId63" Target="../media/image157.png" Type="http://schemas.openxmlformats.org/officeDocument/2006/relationships/image"/><Relationship Id="rId64" Target="../media/image158.svg" Type="http://schemas.openxmlformats.org/officeDocument/2006/relationships/image"/><Relationship Id="rId65" Target="../media/image159.png" Type="http://schemas.openxmlformats.org/officeDocument/2006/relationships/image"/><Relationship Id="rId66" Target="../media/image160.svg" Type="http://schemas.openxmlformats.org/officeDocument/2006/relationships/image"/><Relationship Id="rId67" Target="../media/image161.png" Type="http://schemas.openxmlformats.org/officeDocument/2006/relationships/image"/><Relationship Id="rId68" Target="../media/image162.svg" Type="http://schemas.openxmlformats.org/officeDocument/2006/relationships/image"/><Relationship Id="rId69" Target="../media/image163.png" Type="http://schemas.openxmlformats.org/officeDocument/2006/relationships/image"/><Relationship Id="rId7" Target="../media/image5.png" Type="http://schemas.openxmlformats.org/officeDocument/2006/relationships/image"/><Relationship Id="rId70" Target="../media/image164.svg" Type="http://schemas.openxmlformats.org/officeDocument/2006/relationships/image"/><Relationship Id="rId71" Target="../media/image165.png" Type="http://schemas.openxmlformats.org/officeDocument/2006/relationships/image"/><Relationship Id="rId72" Target="../media/image166.svg" Type="http://schemas.openxmlformats.org/officeDocument/2006/relationships/image"/><Relationship Id="rId73" Target="../media/image167.png" Type="http://schemas.openxmlformats.org/officeDocument/2006/relationships/image"/><Relationship Id="rId74" Target="../media/image168.svg" Type="http://schemas.openxmlformats.org/officeDocument/2006/relationships/image"/><Relationship Id="rId75" Target="../media/image169.png" Type="http://schemas.openxmlformats.org/officeDocument/2006/relationships/image"/><Relationship Id="rId76" Target="../media/image170.svg" Type="http://schemas.openxmlformats.org/officeDocument/2006/relationships/image"/><Relationship Id="rId77" Target="../media/image171.png" Type="http://schemas.openxmlformats.org/officeDocument/2006/relationships/image"/><Relationship Id="rId78" Target="../media/image172.svg" Type="http://schemas.openxmlformats.org/officeDocument/2006/relationships/image"/><Relationship Id="rId79" Target="../media/image173.png" Type="http://schemas.openxmlformats.org/officeDocument/2006/relationships/image"/><Relationship Id="rId8" Target="../media/image6.svg" Type="http://schemas.openxmlformats.org/officeDocument/2006/relationships/image"/><Relationship Id="rId80" Target="../media/image174.svg" Type="http://schemas.openxmlformats.org/officeDocument/2006/relationships/image"/><Relationship Id="rId81" Target="../media/image175.png" Type="http://schemas.openxmlformats.org/officeDocument/2006/relationships/image"/><Relationship Id="rId82" Target="../media/image17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183.png" Type="http://schemas.openxmlformats.org/officeDocument/2006/relationships/image"/><Relationship Id="rId23" Target="../media/image184.svg" Type="http://schemas.openxmlformats.org/officeDocument/2006/relationships/image"/><Relationship Id="rId24" Target="../media/image185.png" Type="http://schemas.openxmlformats.org/officeDocument/2006/relationships/image"/><Relationship Id="rId25" Target="../media/image186.svg" Type="http://schemas.openxmlformats.org/officeDocument/2006/relationships/image"/><Relationship Id="rId26" Target="../media/image187.png" Type="http://schemas.openxmlformats.org/officeDocument/2006/relationships/image"/><Relationship Id="rId27" Target="../media/image188.svg" Type="http://schemas.openxmlformats.org/officeDocument/2006/relationships/image"/><Relationship Id="rId28" Target="../media/image189.png" Type="http://schemas.openxmlformats.org/officeDocument/2006/relationships/image"/><Relationship Id="rId29" Target="../media/image190.svg" Type="http://schemas.openxmlformats.org/officeDocument/2006/relationships/image"/><Relationship Id="rId3" Target="../media/image2.svg" Type="http://schemas.openxmlformats.org/officeDocument/2006/relationships/image"/><Relationship Id="rId30" Target="../media/image191.png" Type="http://schemas.openxmlformats.org/officeDocument/2006/relationships/image"/><Relationship Id="rId31" Target="../media/image192.svg" Type="http://schemas.openxmlformats.org/officeDocument/2006/relationships/image"/><Relationship Id="rId32" Target="../media/image193.png" Type="http://schemas.openxmlformats.org/officeDocument/2006/relationships/image"/><Relationship Id="rId33" Target="../media/image194.svg" Type="http://schemas.openxmlformats.org/officeDocument/2006/relationships/image"/><Relationship Id="rId34" Target="../media/image195.png" Type="http://schemas.openxmlformats.org/officeDocument/2006/relationships/image"/><Relationship Id="rId35" Target="../media/image196.svg" Type="http://schemas.openxmlformats.org/officeDocument/2006/relationships/image"/><Relationship Id="rId36" Target="../media/image197.png" Type="http://schemas.openxmlformats.org/officeDocument/2006/relationships/image"/><Relationship Id="rId37" Target="../media/image198.svg" Type="http://schemas.openxmlformats.org/officeDocument/2006/relationships/image"/><Relationship Id="rId38" Target="../media/image199.png" Type="http://schemas.openxmlformats.org/officeDocument/2006/relationships/image"/><Relationship Id="rId39" Target="../media/image200.svg" Type="http://schemas.openxmlformats.org/officeDocument/2006/relationships/image"/><Relationship Id="rId4" Target="../media/image3.png" Type="http://schemas.openxmlformats.org/officeDocument/2006/relationships/image"/><Relationship Id="rId40" Target="../media/image201.png" Type="http://schemas.openxmlformats.org/officeDocument/2006/relationships/image"/><Relationship Id="rId41" Target="../media/image202.svg" Type="http://schemas.openxmlformats.org/officeDocument/2006/relationships/image"/><Relationship Id="rId42" Target="../media/image203.png" Type="http://schemas.openxmlformats.org/officeDocument/2006/relationships/image"/><Relationship Id="rId43" Target="../media/image204.svg" Type="http://schemas.openxmlformats.org/officeDocument/2006/relationships/image"/><Relationship Id="rId44" Target="../media/image205.png" Type="http://schemas.openxmlformats.org/officeDocument/2006/relationships/image"/><Relationship Id="rId45" Target="../media/image206.svg" Type="http://schemas.openxmlformats.org/officeDocument/2006/relationships/image"/><Relationship Id="rId46" Target="../media/image207.png" Type="http://schemas.openxmlformats.org/officeDocument/2006/relationships/image"/><Relationship Id="rId47" Target="../media/image208.svg" Type="http://schemas.openxmlformats.org/officeDocument/2006/relationships/image"/><Relationship Id="rId48" Target="../media/image209.png" Type="http://schemas.openxmlformats.org/officeDocument/2006/relationships/image"/><Relationship Id="rId49" Target="../media/image210.svg" Type="http://schemas.openxmlformats.org/officeDocument/2006/relationships/image"/><Relationship Id="rId5" Target="../media/image4.svg" Type="http://schemas.openxmlformats.org/officeDocument/2006/relationships/image"/><Relationship Id="rId50" Target="../media/image211.png" Type="http://schemas.openxmlformats.org/officeDocument/2006/relationships/image"/><Relationship Id="rId51" Target="../media/image212.svg" Type="http://schemas.openxmlformats.org/officeDocument/2006/relationships/image"/><Relationship Id="rId52" Target="../media/image213.png" Type="http://schemas.openxmlformats.org/officeDocument/2006/relationships/image"/><Relationship Id="rId53" Target="../media/image214.svg" Type="http://schemas.openxmlformats.org/officeDocument/2006/relationships/image"/><Relationship Id="rId54" Target="../media/image215.png" Type="http://schemas.openxmlformats.org/officeDocument/2006/relationships/image"/><Relationship Id="rId55" Target="../media/image216.svg" Type="http://schemas.openxmlformats.org/officeDocument/2006/relationships/image"/><Relationship Id="rId56" Target="../media/image217.png" Type="http://schemas.openxmlformats.org/officeDocument/2006/relationships/image"/><Relationship Id="rId57" Target="../media/image218.svg" Type="http://schemas.openxmlformats.org/officeDocument/2006/relationships/image"/><Relationship Id="rId58" Target="../media/image219.png" Type="http://schemas.openxmlformats.org/officeDocument/2006/relationships/image"/><Relationship Id="rId59" Target="../media/image220.svg" Type="http://schemas.openxmlformats.org/officeDocument/2006/relationships/image"/><Relationship Id="rId6" Target="../media/image5.png" Type="http://schemas.openxmlformats.org/officeDocument/2006/relationships/image"/><Relationship Id="rId60" Target="../media/image221.png" Type="http://schemas.openxmlformats.org/officeDocument/2006/relationships/image"/><Relationship Id="rId61" Target="../media/image222.svg" Type="http://schemas.openxmlformats.org/officeDocument/2006/relationships/image"/><Relationship Id="rId62" Target="../media/image223.png" Type="http://schemas.openxmlformats.org/officeDocument/2006/relationships/image"/><Relationship Id="rId63" Target="../media/image224.svg" Type="http://schemas.openxmlformats.org/officeDocument/2006/relationships/image"/><Relationship Id="rId64" Target="../media/image225.png" Type="http://schemas.openxmlformats.org/officeDocument/2006/relationships/image"/><Relationship Id="rId65" Target="../media/image226.svg" Type="http://schemas.openxmlformats.org/officeDocument/2006/relationships/image"/><Relationship Id="rId66" Target="../media/image227.png" Type="http://schemas.openxmlformats.org/officeDocument/2006/relationships/image"/><Relationship Id="rId67" Target="../media/image228.svg" Type="http://schemas.openxmlformats.org/officeDocument/2006/relationships/image"/><Relationship Id="rId68" Target="../media/image229.png" Type="http://schemas.openxmlformats.org/officeDocument/2006/relationships/image"/><Relationship Id="rId69" Target="../media/image230.svg" Type="http://schemas.openxmlformats.org/officeDocument/2006/relationships/image"/><Relationship Id="rId7" Target="../media/image6.svg" Type="http://schemas.openxmlformats.org/officeDocument/2006/relationships/image"/><Relationship Id="rId70" Target="../media/image231.png" Type="http://schemas.openxmlformats.org/officeDocument/2006/relationships/image"/><Relationship Id="rId71" Target="../media/image232.svg" Type="http://schemas.openxmlformats.org/officeDocument/2006/relationships/image"/><Relationship Id="rId72" Target="../media/image233.png" Type="http://schemas.openxmlformats.org/officeDocument/2006/relationships/image"/><Relationship Id="rId73" Target="../media/image234.svg" Type="http://schemas.openxmlformats.org/officeDocument/2006/relationships/image"/><Relationship Id="rId74" Target="../media/image235.png" Type="http://schemas.openxmlformats.org/officeDocument/2006/relationships/image"/><Relationship Id="rId75" Target="../media/image236.svg" Type="http://schemas.openxmlformats.org/officeDocument/2006/relationships/image"/><Relationship Id="rId76" Target="../media/image237.png" Type="http://schemas.openxmlformats.org/officeDocument/2006/relationships/image"/><Relationship Id="rId77" Target="../media/image238.svg" Type="http://schemas.openxmlformats.org/officeDocument/2006/relationships/image"/><Relationship Id="rId78" Target="../media/image239.png" Type="http://schemas.openxmlformats.org/officeDocument/2006/relationships/image"/><Relationship Id="rId79" Target="../media/image240.svg" Type="http://schemas.openxmlformats.org/officeDocument/2006/relationships/image"/><Relationship Id="rId8" Target="../media/image7.png" Type="http://schemas.openxmlformats.org/officeDocument/2006/relationships/image"/><Relationship Id="rId80" Target="../media/image241.png" Type="http://schemas.openxmlformats.org/officeDocument/2006/relationships/image"/><Relationship Id="rId81" Target="../media/image242.svg" Type="http://schemas.openxmlformats.org/officeDocument/2006/relationships/image"/><Relationship Id="rId82" Target="../media/image243.png" Type="http://schemas.openxmlformats.org/officeDocument/2006/relationships/image"/><Relationship Id="rId83" Target="../media/image244.svg" Type="http://schemas.openxmlformats.org/officeDocument/2006/relationships/image"/><Relationship Id="rId84" Target="../media/image245.png" Type="http://schemas.openxmlformats.org/officeDocument/2006/relationships/image"/><Relationship Id="rId85" Target="../media/image246.svg" Type="http://schemas.openxmlformats.org/officeDocument/2006/relationships/image"/><Relationship Id="rId86" Target="../media/image247.png" Type="http://schemas.openxmlformats.org/officeDocument/2006/relationships/image"/><Relationship Id="rId87" Target="../media/image248.svg" Type="http://schemas.openxmlformats.org/officeDocument/2006/relationships/image"/><Relationship Id="rId88" Target="../media/image249.png" Type="http://schemas.openxmlformats.org/officeDocument/2006/relationships/image"/><Relationship Id="rId89" Target="../media/image250.svg" Type="http://schemas.openxmlformats.org/officeDocument/2006/relationships/image"/><Relationship Id="rId9" Target="../media/image8.svg" Type="http://schemas.openxmlformats.org/officeDocument/2006/relationships/image"/><Relationship Id="rId90" Target="../media/image251.png" Type="http://schemas.openxmlformats.org/officeDocument/2006/relationships/image"/><Relationship Id="rId91" Target="../media/image2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04747"/>
                  </a:lnTo>
                  <a:lnTo>
                    <a:pt x="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10800000"/>
            </a:gradFill>
          </p:spPr>
        </p:sp>
      </p:grpSp>
      <p:sp>
        <p:nvSpPr>
          <p:cNvPr name="AutoShape 26" id="26"/>
          <p:cNvSpPr/>
          <p:nvPr/>
        </p:nvSpPr>
        <p:spPr>
          <a:xfrm rot="408543">
            <a:off x="15134183" y="1850651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408543">
            <a:off x="15134183" y="1926375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408543">
            <a:off x="15134183" y="2002099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823500" y="2352818"/>
            <a:ext cx="5558318" cy="5009213"/>
          </a:xfrm>
          <a:custGeom>
            <a:avLst/>
            <a:gdLst/>
            <a:ahLst/>
            <a:cxnLst/>
            <a:rect r="r" b="b" t="t" l="l"/>
            <a:pathLst>
              <a:path h="5009213" w="5558318">
                <a:moveTo>
                  <a:pt x="0" y="0"/>
                </a:moveTo>
                <a:lnTo>
                  <a:pt x="5558319" y="0"/>
                </a:lnTo>
                <a:lnTo>
                  <a:pt x="5558319" y="5009213"/>
                </a:lnTo>
                <a:lnTo>
                  <a:pt x="0" y="500921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6440676" y="6336293"/>
            <a:ext cx="1058201" cy="1964093"/>
            <a:chOff x="0" y="0"/>
            <a:chExt cx="1410934" cy="26187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74676" y="-41402"/>
              <a:ext cx="1485646" cy="2660142"/>
            </a:xfrm>
            <a:custGeom>
              <a:avLst/>
              <a:gdLst/>
              <a:ahLst/>
              <a:cxnLst/>
              <a:rect r="r" b="b" t="t" l="l"/>
              <a:pathLst>
                <a:path h="2660142" w="1485646">
                  <a:moveTo>
                    <a:pt x="105283" y="616331"/>
                  </a:moveTo>
                  <a:cubicBezTo>
                    <a:pt x="406273" y="1264920"/>
                    <a:pt x="1064895" y="2660142"/>
                    <a:pt x="1064895" y="2660142"/>
                  </a:cubicBezTo>
                  <a:lnTo>
                    <a:pt x="1485646" y="2467356"/>
                  </a:lnTo>
                  <a:lnTo>
                    <a:pt x="874395" y="277368"/>
                  </a:lnTo>
                  <a:cubicBezTo>
                    <a:pt x="828294" y="97155"/>
                    <a:pt x="638683" y="0"/>
                    <a:pt x="422910" y="58420"/>
                  </a:cubicBezTo>
                  <a:cubicBezTo>
                    <a:pt x="181483" y="123698"/>
                    <a:pt x="0" y="389382"/>
                    <a:pt x="105283" y="6163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6436901" y="6332387"/>
            <a:ext cx="1065889" cy="1971896"/>
          </a:xfrm>
          <a:custGeom>
            <a:avLst/>
            <a:gdLst/>
            <a:ahLst/>
            <a:cxnLst/>
            <a:rect r="r" b="b" t="t" l="l"/>
            <a:pathLst>
              <a:path h="1971896" w="1065889">
                <a:moveTo>
                  <a:pt x="0" y="0"/>
                </a:moveTo>
                <a:lnTo>
                  <a:pt x="1065889" y="0"/>
                </a:lnTo>
                <a:lnTo>
                  <a:pt x="1065889" y="1971896"/>
                </a:lnTo>
                <a:lnTo>
                  <a:pt x="0" y="197189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7412880" y="8029345"/>
            <a:ext cx="193678" cy="208597"/>
            <a:chOff x="0" y="0"/>
            <a:chExt cx="258237" cy="2781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18288" y="0"/>
              <a:ext cx="276479" cy="278130"/>
            </a:xfrm>
            <a:custGeom>
              <a:avLst/>
              <a:gdLst/>
              <a:ahLst/>
              <a:cxnLst/>
              <a:rect r="r" b="b" t="t" l="l"/>
              <a:pathLst>
                <a:path h="278130" w="276479">
                  <a:moveTo>
                    <a:pt x="18288" y="166116"/>
                  </a:moveTo>
                  <a:cubicBezTo>
                    <a:pt x="19685" y="165862"/>
                    <a:pt x="0" y="10287"/>
                    <a:pt x="181991" y="0"/>
                  </a:cubicBezTo>
                  <a:lnTo>
                    <a:pt x="276479" y="278130"/>
                  </a:lnTo>
                  <a:lnTo>
                    <a:pt x="18288" y="266573"/>
                  </a:lnTo>
                  <a:lnTo>
                    <a:pt x="18288" y="166116"/>
                  </a:lnTo>
                  <a:close/>
                </a:path>
              </a:pathLst>
            </a:custGeom>
            <a:solidFill>
              <a:srgbClr val="F6998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22095" y="8125464"/>
            <a:ext cx="1087235" cy="562363"/>
            <a:chOff x="0" y="0"/>
            <a:chExt cx="1449646" cy="7498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9832" cy="749808"/>
            </a:xfrm>
            <a:custGeom>
              <a:avLst/>
              <a:gdLst/>
              <a:ahLst/>
              <a:cxnLst/>
              <a:rect r="r" b="b" t="t" l="l"/>
              <a:pathLst>
                <a:path h="749808" w="1449832">
                  <a:moveTo>
                    <a:pt x="1449578" y="634492"/>
                  </a:moveTo>
                  <a:lnTo>
                    <a:pt x="1449578" y="730631"/>
                  </a:lnTo>
                  <a:lnTo>
                    <a:pt x="1422654" y="749808"/>
                  </a:lnTo>
                  <a:lnTo>
                    <a:pt x="0" y="749808"/>
                  </a:lnTo>
                  <a:lnTo>
                    <a:pt x="0" y="545973"/>
                  </a:lnTo>
                  <a:lnTo>
                    <a:pt x="26924" y="526796"/>
                  </a:lnTo>
                  <a:lnTo>
                    <a:pt x="26924" y="103759"/>
                  </a:lnTo>
                  <a:lnTo>
                    <a:pt x="596011" y="0"/>
                  </a:lnTo>
                  <a:lnTo>
                    <a:pt x="646049" y="149987"/>
                  </a:lnTo>
                  <a:lnTo>
                    <a:pt x="1022858" y="411480"/>
                  </a:lnTo>
                  <a:cubicBezTo>
                    <a:pt x="1022858" y="411480"/>
                    <a:pt x="1384300" y="530733"/>
                    <a:pt x="1395857" y="530733"/>
                  </a:cubicBezTo>
                  <a:cubicBezTo>
                    <a:pt x="1406017" y="530733"/>
                    <a:pt x="1439926" y="610997"/>
                    <a:pt x="1448054" y="630301"/>
                  </a:cubicBezTo>
                  <a:cubicBezTo>
                    <a:pt x="1449197" y="632968"/>
                    <a:pt x="1449832" y="634492"/>
                    <a:pt x="1449832" y="6344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22070" y="8520569"/>
            <a:ext cx="1087235" cy="152860"/>
            <a:chOff x="0" y="0"/>
            <a:chExt cx="1449646" cy="2038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49705" cy="203835"/>
            </a:xfrm>
            <a:custGeom>
              <a:avLst/>
              <a:gdLst/>
              <a:ahLst/>
              <a:cxnLst/>
              <a:rect r="r" b="b" t="t" l="l"/>
              <a:pathLst>
                <a:path h="203835" w="1449705">
                  <a:moveTo>
                    <a:pt x="1449705" y="107696"/>
                  </a:moveTo>
                  <a:lnTo>
                    <a:pt x="1449705" y="203835"/>
                  </a:lnTo>
                  <a:lnTo>
                    <a:pt x="0" y="203835"/>
                  </a:lnTo>
                  <a:lnTo>
                    <a:pt x="0" y="19177"/>
                  </a:lnTo>
                  <a:lnTo>
                    <a:pt x="26924" y="0"/>
                  </a:lnTo>
                  <a:lnTo>
                    <a:pt x="1447927" y="103505"/>
                  </a:lnTo>
                  <a:cubicBezTo>
                    <a:pt x="1449070" y="106172"/>
                    <a:pt x="1449705" y="107696"/>
                    <a:pt x="1449705" y="107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254983" y="8156222"/>
            <a:ext cx="374900" cy="136858"/>
            <a:chOff x="0" y="0"/>
            <a:chExt cx="499867" cy="1824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72" cy="193167"/>
            </a:xfrm>
            <a:custGeom>
              <a:avLst/>
              <a:gdLst/>
              <a:ahLst/>
              <a:cxnLst/>
              <a:rect r="r" b="b" t="t" l="l"/>
              <a:pathLst>
                <a:path h="193167" w="499872">
                  <a:moveTo>
                    <a:pt x="0" y="108966"/>
                  </a:moveTo>
                  <a:lnTo>
                    <a:pt x="468757" y="0"/>
                  </a:lnTo>
                  <a:lnTo>
                    <a:pt x="499872" y="108966"/>
                  </a:lnTo>
                  <a:lnTo>
                    <a:pt x="175006" y="178689"/>
                  </a:lnTo>
                  <a:cubicBezTo>
                    <a:pt x="107950" y="193167"/>
                    <a:pt x="38735" y="165481"/>
                    <a:pt x="0" y="108966"/>
                  </a:cubicBezTo>
                  <a:close/>
                </a:path>
              </a:pathLst>
            </a:custGeom>
            <a:solidFill>
              <a:srgbClr val="F6998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18188" y="8531110"/>
            <a:ext cx="1094971" cy="90428"/>
            <a:chOff x="0" y="0"/>
            <a:chExt cx="1459962" cy="1205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-254" y="-254"/>
              <a:ext cx="1460373" cy="120904"/>
            </a:xfrm>
            <a:custGeom>
              <a:avLst/>
              <a:gdLst/>
              <a:ahLst/>
              <a:cxnLst/>
              <a:rect r="r" b="b" t="t" l="l"/>
              <a:pathLst>
                <a:path h="120904" w="1460373">
                  <a:moveTo>
                    <a:pt x="1455039" y="120777"/>
                  </a:moveTo>
                  <a:cubicBezTo>
                    <a:pt x="1455039" y="120777"/>
                    <a:pt x="1454785" y="120777"/>
                    <a:pt x="1454658" y="120777"/>
                  </a:cubicBezTo>
                  <a:lnTo>
                    <a:pt x="4953" y="10541"/>
                  </a:lnTo>
                  <a:cubicBezTo>
                    <a:pt x="2159" y="10414"/>
                    <a:pt x="0" y="7874"/>
                    <a:pt x="254" y="5080"/>
                  </a:cubicBezTo>
                  <a:cubicBezTo>
                    <a:pt x="508" y="2286"/>
                    <a:pt x="2921" y="0"/>
                    <a:pt x="5842" y="254"/>
                  </a:cubicBezTo>
                  <a:lnTo>
                    <a:pt x="1455420" y="110490"/>
                  </a:lnTo>
                  <a:cubicBezTo>
                    <a:pt x="1458214" y="110744"/>
                    <a:pt x="1460373" y="113157"/>
                    <a:pt x="1460119" y="116078"/>
                  </a:cubicBezTo>
                  <a:cubicBezTo>
                    <a:pt x="1459865" y="118745"/>
                    <a:pt x="1457706" y="120904"/>
                    <a:pt x="1455039" y="1209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63585" y="8196533"/>
            <a:ext cx="63578" cy="101327"/>
            <a:chOff x="0" y="0"/>
            <a:chExt cx="84771" cy="1351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-2413" y="-1143"/>
              <a:ext cx="89408" cy="137668"/>
            </a:xfrm>
            <a:custGeom>
              <a:avLst/>
              <a:gdLst/>
              <a:ahLst/>
              <a:cxnLst/>
              <a:rect r="r" b="b" t="t" l="l"/>
              <a:pathLst>
                <a:path h="137668" w="89408">
                  <a:moveTo>
                    <a:pt x="4064" y="21209"/>
                  </a:moveTo>
                  <a:lnTo>
                    <a:pt x="62230" y="129286"/>
                  </a:lnTo>
                  <a:cubicBezTo>
                    <a:pt x="65278" y="134874"/>
                    <a:pt x="71882" y="137668"/>
                    <a:pt x="77978" y="135636"/>
                  </a:cubicBezTo>
                  <a:cubicBezTo>
                    <a:pt x="85725" y="133096"/>
                    <a:pt x="89408" y="124206"/>
                    <a:pt x="85598" y="116840"/>
                  </a:cubicBezTo>
                  <a:lnTo>
                    <a:pt x="29210" y="8255"/>
                  </a:lnTo>
                  <a:cubicBezTo>
                    <a:pt x="26289" y="2794"/>
                    <a:pt x="19939" y="0"/>
                    <a:pt x="13970" y="1524"/>
                  </a:cubicBezTo>
                  <a:lnTo>
                    <a:pt x="12319" y="2032"/>
                  </a:lnTo>
                  <a:cubicBezTo>
                    <a:pt x="4064" y="4191"/>
                    <a:pt x="0" y="13589"/>
                    <a:pt x="4064" y="212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7573692" y="8293962"/>
            <a:ext cx="240688" cy="160757"/>
          </a:xfrm>
          <a:custGeom>
            <a:avLst/>
            <a:gdLst/>
            <a:ahLst/>
            <a:cxnLst/>
            <a:rect r="r" b="b" t="t" l="l"/>
            <a:pathLst>
              <a:path h="160757" w="240688">
                <a:moveTo>
                  <a:pt x="0" y="0"/>
                </a:moveTo>
                <a:lnTo>
                  <a:pt x="240688" y="0"/>
                </a:lnTo>
                <a:lnTo>
                  <a:pt x="240688" y="160757"/>
                </a:lnTo>
                <a:lnTo>
                  <a:pt x="0" y="1607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5697065" y="3510509"/>
            <a:ext cx="410484" cy="441576"/>
            <a:chOff x="0" y="0"/>
            <a:chExt cx="547312" cy="5887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-28194"/>
              <a:ext cx="547370" cy="625094"/>
            </a:xfrm>
            <a:custGeom>
              <a:avLst/>
              <a:gdLst/>
              <a:ahLst/>
              <a:cxnLst/>
              <a:rect r="r" b="b" t="t" l="l"/>
              <a:pathLst>
                <a:path h="625094" w="547370">
                  <a:moveTo>
                    <a:pt x="0" y="452501"/>
                  </a:moveTo>
                  <a:cubicBezTo>
                    <a:pt x="9017" y="443611"/>
                    <a:pt x="295275" y="59944"/>
                    <a:pt x="322707" y="29972"/>
                  </a:cubicBezTo>
                  <a:cubicBezTo>
                    <a:pt x="350139" y="0"/>
                    <a:pt x="547370" y="371475"/>
                    <a:pt x="547370" y="371475"/>
                  </a:cubicBezTo>
                  <a:cubicBezTo>
                    <a:pt x="547370" y="371475"/>
                    <a:pt x="410210" y="625094"/>
                    <a:pt x="386969" y="616712"/>
                  </a:cubicBezTo>
                  <a:cubicBezTo>
                    <a:pt x="363728" y="608330"/>
                    <a:pt x="0" y="452501"/>
                    <a:pt x="0" y="452501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5693231" y="3506624"/>
            <a:ext cx="418229" cy="449491"/>
          </a:xfrm>
          <a:custGeom>
            <a:avLst/>
            <a:gdLst/>
            <a:ahLst/>
            <a:cxnLst/>
            <a:rect r="r" b="b" t="t" l="l"/>
            <a:pathLst>
              <a:path h="449491" w="418229">
                <a:moveTo>
                  <a:pt x="0" y="0"/>
                </a:moveTo>
                <a:lnTo>
                  <a:pt x="418229" y="0"/>
                </a:lnTo>
                <a:lnTo>
                  <a:pt x="418229" y="449492"/>
                </a:lnTo>
                <a:lnTo>
                  <a:pt x="0" y="44949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950967" y="3197198"/>
            <a:ext cx="466856" cy="650945"/>
          </a:xfrm>
          <a:custGeom>
            <a:avLst/>
            <a:gdLst/>
            <a:ahLst/>
            <a:cxnLst/>
            <a:rect r="r" b="b" t="t" l="l"/>
            <a:pathLst>
              <a:path h="650945" w="466856">
                <a:moveTo>
                  <a:pt x="0" y="0"/>
                </a:moveTo>
                <a:lnTo>
                  <a:pt x="466856" y="0"/>
                </a:lnTo>
                <a:lnTo>
                  <a:pt x="466856" y="650945"/>
                </a:lnTo>
                <a:lnTo>
                  <a:pt x="0" y="65094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119082" y="3201155"/>
            <a:ext cx="298766" cy="646988"/>
            <a:chOff x="0" y="0"/>
            <a:chExt cx="398355" cy="8626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6527" cy="901827"/>
            </a:xfrm>
            <a:custGeom>
              <a:avLst/>
              <a:gdLst/>
              <a:ahLst/>
              <a:cxnLst/>
              <a:rect r="r" b="b" t="t" l="l"/>
              <a:pathLst>
                <a:path h="901827" w="406527">
                  <a:moveTo>
                    <a:pt x="0" y="794893"/>
                  </a:moveTo>
                  <a:cubicBezTo>
                    <a:pt x="92583" y="865886"/>
                    <a:pt x="206883" y="901827"/>
                    <a:pt x="261493" y="797306"/>
                  </a:cubicBezTo>
                  <a:cubicBezTo>
                    <a:pt x="290449" y="741934"/>
                    <a:pt x="310896" y="683260"/>
                    <a:pt x="325755" y="617093"/>
                  </a:cubicBezTo>
                  <a:cubicBezTo>
                    <a:pt x="334264" y="613156"/>
                    <a:pt x="344551" y="607822"/>
                    <a:pt x="354584" y="602107"/>
                  </a:cubicBezTo>
                  <a:cubicBezTo>
                    <a:pt x="382905" y="586105"/>
                    <a:pt x="406527" y="570357"/>
                    <a:pt x="395605" y="547878"/>
                  </a:cubicBezTo>
                  <a:cubicBezTo>
                    <a:pt x="375920" y="507365"/>
                    <a:pt x="358648" y="457073"/>
                    <a:pt x="353187" y="434086"/>
                  </a:cubicBezTo>
                  <a:cubicBezTo>
                    <a:pt x="355981" y="405003"/>
                    <a:pt x="358394" y="374396"/>
                    <a:pt x="360553" y="342138"/>
                  </a:cubicBezTo>
                  <a:cubicBezTo>
                    <a:pt x="375285" y="120142"/>
                    <a:pt x="323088" y="46101"/>
                    <a:pt x="105029" y="2032"/>
                  </a:cubicBezTo>
                  <a:cubicBezTo>
                    <a:pt x="101346" y="1397"/>
                    <a:pt x="97790" y="635"/>
                    <a:pt x="94107" y="0"/>
                  </a:cubicBezTo>
                  <a:lnTo>
                    <a:pt x="0" y="794893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329462" y="3503192"/>
            <a:ext cx="26494" cy="38122"/>
            <a:chOff x="0" y="0"/>
            <a:chExt cx="35325" cy="508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-2413" y="-2032"/>
              <a:ext cx="40132" cy="54991"/>
            </a:xfrm>
            <a:custGeom>
              <a:avLst/>
              <a:gdLst/>
              <a:ahLst/>
              <a:cxnLst/>
              <a:rect r="r" b="b" t="t" l="l"/>
              <a:pathLst>
                <a:path h="54991" w="40132">
                  <a:moveTo>
                    <a:pt x="36322" y="31877"/>
                  </a:moveTo>
                  <a:cubicBezTo>
                    <a:pt x="32512" y="45720"/>
                    <a:pt x="22225" y="54991"/>
                    <a:pt x="13208" y="52451"/>
                  </a:cubicBezTo>
                  <a:cubicBezTo>
                    <a:pt x="4191" y="49911"/>
                    <a:pt x="0" y="36830"/>
                    <a:pt x="3810" y="22987"/>
                  </a:cubicBezTo>
                  <a:cubicBezTo>
                    <a:pt x="7620" y="9144"/>
                    <a:pt x="17907" y="0"/>
                    <a:pt x="26924" y="2413"/>
                  </a:cubicBezTo>
                  <a:cubicBezTo>
                    <a:pt x="35941" y="4826"/>
                    <a:pt x="40132" y="18034"/>
                    <a:pt x="36322" y="31877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259538" y="3658678"/>
            <a:ext cx="59599" cy="63296"/>
            <a:chOff x="0" y="0"/>
            <a:chExt cx="79466" cy="8439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-8255" y="0"/>
              <a:ext cx="89662" cy="84455"/>
            </a:xfrm>
            <a:custGeom>
              <a:avLst/>
              <a:gdLst/>
              <a:ahLst/>
              <a:cxnLst/>
              <a:rect r="r" b="b" t="t" l="l"/>
              <a:pathLst>
                <a:path h="84455" w="89662">
                  <a:moveTo>
                    <a:pt x="49657" y="84455"/>
                  </a:moveTo>
                  <a:cubicBezTo>
                    <a:pt x="45085" y="84455"/>
                    <a:pt x="40513" y="83439"/>
                    <a:pt x="36576" y="81534"/>
                  </a:cubicBezTo>
                  <a:cubicBezTo>
                    <a:pt x="14605" y="71501"/>
                    <a:pt x="0" y="37719"/>
                    <a:pt x="13462" y="3302"/>
                  </a:cubicBezTo>
                  <a:cubicBezTo>
                    <a:pt x="14224" y="1270"/>
                    <a:pt x="16129" y="0"/>
                    <a:pt x="18161" y="0"/>
                  </a:cubicBezTo>
                  <a:cubicBezTo>
                    <a:pt x="20193" y="0"/>
                    <a:pt x="68961" y="254"/>
                    <a:pt x="83566" y="24384"/>
                  </a:cubicBezTo>
                  <a:cubicBezTo>
                    <a:pt x="89662" y="34417"/>
                    <a:pt x="89027" y="46863"/>
                    <a:pt x="81661" y="61087"/>
                  </a:cubicBezTo>
                  <a:cubicBezTo>
                    <a:pt x="72771" y="78232"/>
                    <a:pt x="60706" y="84455"/>
                    <a:pt x="49657" y="84455"/>
                  </a:cubicBezTo>
                  <a:close/>
                  <a:moveTo>
                    <a:pt x="21844" y="10414"/>
                  </a:moveTo>
                  <a:cubicBezTo>
                    <a:pt x="11811" y="40513"/>
                    <a:pt x="26035" y="65405"/>
                    <a:pt x="40894" y="72009"/>
                  </a:cubicBezTo>
                  <a:cubicBezTo>
                    <a:pt x="52959" y="77470"/>
                    <a:pt x="64516" y="71755"/>
                    <a:pt x="72517" y="56261"/>
                  </a:cubicBezTo>
                  <a:cubicBezTo>
                    <a:pt x="78105" y="45466"/>
                    <a:pt x="78867" y="36449"/>
                    <a:pt x="74803" y="29718"/>
                  </a:cubicBezTo>
                  <a:cubicBezTo>
                    <a:pt x="65913" y="15240"/>
                    <a:pt x="36322" y="11049"/>
                    <a:pt x="21844" y="10414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246506" y="3643434"/>
            <a:ext cx="76542" cy="67600"/>
            <a:chOff x="0" y="0"/>
            <a:chExt cx="102056" cy="901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-635" y="-889"/>
              <a:ext cx="103378" cy="91059"/>
            </a:xfrm>
            <a:custGeom>
              <a:avLst/>
              <a:gdLst/>
              <a:ahLst/>
              <a:cxnLst/>
              <a:rect r="r" b="b" t="t" l="l"/>
              <a:pathLst>
                <a:path h="91059" w="103378">
                  <a:moveTo>
                    <a:pt x="97536" y="91059"/>
                  </a:moveTo>
                  <a:cubicBezTo>
                    <a:pt x="96647" y="91059"/>
                    <a:pt x="95885" y="90805"/>
                    <a:pt x="95123" y="90424"/>
                  </a:cubicBezTo>
                  <a:cubicBezTo>
                    <a:pt x="20701" y="51054"/>
                    <a:pt x="1778" y="9906"/>
                    <a:pt x="1016" y="8128"/>
                  </a:cubicBezTo>
                  <a:cubicBezTo>
                    <a:pt x="0" y="5588"/>
                    <a:pt x="1016" y="2540"/>
                    <a:pt x="3683" y="1270"/>
                  </a:cubicBezTo>
                  <a:cubicBezTo>
                    <a:pt x="6350" y="0"/>
                    <a:pt x="9398" y="1270"/>
                    <a:pt x="10541" y="3937"/>
                  </a:cubicBezTo>
                  <a:cubicBezTo>
                    <a:pt x="10795" y="4445"/>
                    <a:pt x="29210" y="43815"/>
                    <a:pt x="99949" y="81280"/>
                  </a:cubicBezTo>
                  <a:cubicBezTo>
                    <a:pt x="102489" y="82677"/>
                    <a:pt x="103378" y="85725"/>
                    <a:pt x="102108" y="88265"/>
                  </a:cubicBezTo>
                  <a:cubicBezTo>
                    <a:pt x="101219" y="90043"/>
                    <a:pt x="99441" y="91059"/>
                    <a:pt x="97536" y="91059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6065785" y="3197270"/>
            <a:ext cx="355933" cy="650471"/>
          </a:xfrm>
          <a:custGeom>
            <a:avLst/>
            <a:gdLst/>
            <a:ahLst/>
            <a:cxnLst/>
            <a:rect r="r" b="b" t="t" l="l"/>
            <a:pathLst>
              <a:path h="650471" w="355933">
                <a:moveTo>
                  <a:pt x="0" y="0"/>
                </a:moveTo>
                <a:lnTo>
                  <a:pt x="355933" y="0"/>
                </a:lnTo>
                <a:lnTo>
                  <a:pt x="355933" y="650471"/>
                </a:lnTo>
                <a:lnTo>
                  <a:pt x="0" y="65047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6303116" y="3436560"/>
            <a:ext cx="70543" cy="25106"/>
            <a:chOff x="0" y="0"/>
            <a:chExt cx="94058" cy="334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-635" y="0"/>
              <a:ext cx="94742" cy="33528"/>
            </a:xfrm>
            <a:custGeom>
              <a:avLst/>
              <a:gdLst/>
              <a:ahLst/>
              <a:cxnLst/>
              <a:rect r="r" b="b" t="t" l="l"/>
              <a:pathLst>
                <a:path h="33528" w="94742">
                  <a:moveTo>
                    <a:pt x="5842" y="33528"/>
                  </a:moveTo>
                  <a:cubicBezTo>
                    <a:pt x="4318" y="33528"/>
                    <a:pt x="2794" y="32893"/>
                    <a:pt x="1778" y="31496"/>
                  </a:cubicBezTo>
                  <a:cubicBezTo>
                    <a:pt x="0" y="29210"/>
                    <a:pt x="508" y="26035"/>
                    <a:pt x="2667" y="24257"/>
                  </a:cubicBezTo>
                  <a:cubicBezTo>
                    <a:pt x="3937" y="23241"/>
                    <a:pt x="34671" y="0"/>
                    <a:pt x="89535" y="0"/>
                  </a:cubicBezTo>
                  <a:cubicBezTo>
                    <a:pt x="92329" y="0"/>
                    <a:pt x="94742" y="2286"/>
                    <a:pt x="94742" y="5207"/>
                  </a:cubicBezTo>
                  <a:cubicBezTo>
                    <a:pt x="94742" y="8128"/>
                    <a:pt x="92329" y="10287"/>
                    <a:pt x="89535" y="10287"/>
                  </a:cubicBezTo>
                  <a:cubicBezTo>
                    <a:pt x="38354" y="10287"/>
                    <a:pt x="9271" y="32131"/>
                    <a:pt x="8890" y="32385"/>
                  </a:cubicBezTo>
                  <a:cubicBezTo>
                    <a:pt x="8001" y="33147"/>
                    <a:pt x="6858" y="33401"/>
                    <a:pt x="5715" y="33401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245003" y="3212341"/>
            <a:ext cx="221656" cy="206854"/>
            <a:chOff x="0" y="0"/>
            <a:chExt cx="295541" cy="27580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-11303"/>
              <a:ext cx="296164" cy="287020"/>
            </a:xfrm>
            <a:custGeom>
              <a:avLst/>
              <a:gdLst/>
              <a:ahLst/>
              <a:cxnLst/>
              <a:rect r="r" b="b" t="t" l="l"/>
              <a:pathLst>
                <a:path h="287020" w="296164">
                  <a:moveTo>
                    <a:pt x="295529" y="178308"/>
                  </a:moveTo>
                  <a:cubicBezTo>
                    <a:pt x="295275" y="216662"/>
                    <a:pt x="294894" y="235204"/>
                    <a:pt x="292227" y="287020"/>
                  </a:cubicBezTo>
                  <a:cubicBezTo>
                    <a:pt x="292227" y="287020"/>
                    <a:pt x="270383" y="284988"/>
                    <a:pt x="165735" y="275209"/>
                  </a:cubicBezTo>
                  <a:cubicBezTo>
                    <a:pt x="127127" y="271653"/>
                    <a:pt x="77343" y="266954"/>
                    <a:pt x="13208" y="260985"/>
                  </a:cubicBezTo>
                  <a:cubicBezTo>
                    <a:pt x="13208" y="261112"/>
                    <a:pt x="0" y="115189"/>
                    <a:pt x="0" y="26543"/>
                  </a:cubicBezTo>
                  <a:lnTo>
                    <a:pt x="108839" y="12700"/>
                  </a:lnTo>
                  <a:cubicBezTo>
                    <a:pt x="208407" y="0"/>
                    <a:pt x="296164" y="77978"/>
                    <a:pt x="295529" y="1784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606733" y="4785497"/>
            <a:ext cx="1271807" cy="739660"/>
            <a:chOff x="0" y="0"/>
            <a:chExt cx="1695742" cy="98621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-107569" y="0"/>
              <a:ext cx="1803273" cy="986155"/>
            </a:xfrm>
            <a:custGeom>
              <a:avLst/>
              <a:gdLst/>
              <a:ahLst/>
              <a:cxnLst/>
              <a:rect r="r" b="b" t="t" l="l"/>
              <a:pathLst>
                <a:path h="986155" w="1803273">
                  <a:moveTo>
                    <a:pt x="139192" y="986155"/>
                  </a:moveTo>
                  <a:cubicBezTo>
                    <a:pt x="139192" y="986155"/>
                    <a:pt x="0" y="624459"/>
                    <a:pt x="305181" y="352044"/>
                  </a:cubicBezTo>
                  <a:cubicBezTo>
                    <a:pt x="610362" y="79629"/>
                    <a:pt x="710438" y="0"/>
                    <a:pt x="710438" y="0"/>
                  </a:cubicBezTo>
                  <a:lnTo>
                    <a:pt x="1590421" y="242189"/>
                  </a:lnTo>
                  <a:lnTo>
                    <a:pt x="1803273" y="689864"/>
                  </a:lnTo>
                  <a:lnTo>
                    <a:pt x="139192" y="98615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699573" y="3748358"/>
            <a:ext cx="1472216" cy="1524438"/>
            <a:chOff x="0" y="0"/>
            <a:chExt cx="1962955" cy="20325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-7366"/>
              <a:ext cx="1984248" cy="2039874"/>
            </a:xfrm>
            <a:custGeom>
              <a:avLst/>
              <a:gdLst/>
              <a:ahLst/>
              <a:cxnLst/>
              <a:rect r="r" b="b" t="t" l="l"/>
              <a:pathLst>
                <a:path h="2039874" w="1984248">
                  <a:moveTo>
                    <a:pt x="1420495" y="7366"/>
                  </a:moveTo>
                  <a:cubicBezTo>
                    <a:pt x="1420495" y="7366"/>
                    <a:pt x="1704975" y="0"/>
                    <a:pt x="1814576" y="309880"/>
                  </a:cubicBezTo>
                  <a:cubicBezTo>
                    <a:pt x="1924177" y="619760"/>
                    <a:pt x="1984248" y="800100"/>
                    <a:pt x="1956181" y="910082"/>
                  </a:cubicBezTo>
                  <a:cubicBezTo>
                    <a:pt x="1928114" y="1020064"/>
                    <a:pt x="1552956" y="2039874"/>
                    <a:pt x="1552956" y="2039874"/>
                  </a:cubicBezTo>
                  <a:lnTo>
                    <a:pt x="0" y="1819910"/>
                  </a:lnTo>
                  <a:cubicBezTo>
                    <a:pt x="0" y="1819910"/>
                    <a:pt x="603885" y="1066927"/>
                    <a:pt x="724027" y="868299"/>
                  </a:cubicBezTo>
                  <a:cubicBezTo>
                    <a:pt x="844169" y="669671"/>
                    <a:pt x="1098550" y="61976"/>
                    <a:pt x="1420495" y="736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3956893" y="2999092"/>
            <a:ext cx="2402189" cy="917416"/>
          </a:xfrm>
          <a:custGeom>
            <a:avLst/>
            <a:gdLst/>
            <a:ahLst/>
            <a:cxnLst/>
            <a:rect r="r" b="b" t="t" l="l"/>
            <a:pathLst>
              <a:path h="917416" w="2402189">
                <a:moveTo>
                  <a:pt x="0" y="0"/>
                </a:moveTo>
                <a:lnTo>
                  <a:pt x="2402189" y="0"/>
                </a:lnTo>
                <a:lnTo>
                  <a:pt x="2402189" y="917415"/>
                </a:lnTo>
                <a:lnTo>
                  <a:pt x="0" y="91741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6029858" y="3439172"/>
            <a:ext cx="143076" cy="168898"/>
            <a:chOff x="0" y="0"/>
            <a:chExt cx="190768" cy="22519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-53213" y="-31115"/>
              <a:ext cx="243967" cy="265176"/>
            </a:xfrm>
            <a:custGeom>
              <a:avLst/>
              <a:gdLst/>
              <a:ahLst/>
              <a:cxnLst/>
              <a:rect r="r" b="b" t="t" l="l"/>
              <a:pathLst>
                <a:path h="265176" w="243967">
                  <a:moveTo>
                    <a:pt x="243967" y="97282"/>
                  </a:moveTo>
                  <a:cubicBezTo>
                    <a:pt x="243967" y="97282"/>
                    <a:pt x="197358" y="0"/>
                    <a:pt x="115316" y="41402"/>
                  </a:cubicBezTo>
                  <a:cubicBezTo>
                    <a:pt x="0" y="99568"/>
                    <a:pt x="66802" y="246634"/>
                    <a:pt x="142494" y="255905"/>
                  </a:cubicBezTo>
                  <a:cubicBezTo>
                    <a:pt x="218186" y="265176"/>
                    <a:pt x="243967" y="97155"/>
                    <a:pt x="243967" y="97155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50706" y="3462625"/>
            <a:ext cx="102712" cy="74544"/>
            <a:chOff x="0" y="0"/>
            <a:chExt cx="136949" cy="993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-1270" y="-3810"/>
              <a:ext cx="138938" cy="103251"/>
            </a:xfrm>
            <a:custGeom>
              <a:avLst/>
              <a:gdLst/>
              <a:ahLst/>
              <a:cxnLst/>
              <a:rect r="r" b="b" t="t" l="l"/>
              <a:pathLst>
                <a:path h="103251" w="138938">
                  <a:moveTo>
                    <a:pt x="6604" y="103251"/>
                  </a:moveTo>
                  <a:cubicBezTo>
                    <a:pt x="3810" y="103251"/>
                    <a:pt x="1524" y="101092"/>
                    <a:pt x="1397" y="98298"/>
                  </a:cubicBezTo>
                  <a:cubicBezTo>
                    <a:pt x="0" y="61468"/>
                    <a:pt x="8890" y="34798"/>
                    <a:pt x="27432" y="19177"/>
                  </a:cubicBezTo>
                  <a:cubicBezTo>
                    <a:pt x="50292" y="0"/>
                    <a:pt x="80899" y="2921"/>
                    <a:pt x="97155" y="6350"/>
                  </a:cubicBezTo>
                  <a:cubicBezTo>
                    <a:pt x="124079" y="12065"/>
                    <a:pt x="137160" y="38100"/>
                    <a:pt x="137668" y="39243"/>
                  </a:cubicBezTo>
                  <a:cubicBezTo>
                    <a:pt x="138938" y="41783"/>
                    <a:pt x="137922" y="44831"/>
                    <a:pt x="135382" y="46101"/>
                  </a:cubicBezTo>
                  <a:cubicBezTo>
                    <a:pt x="132842" y="47371"/>
                    <a:pt x="129794" y="46355"/>
                    <a:pt x="128524" y="43815"/>
                  </a:cubicBezTo>
                  <a:cubicBezTo>
                    <a:pt x="128270" y="43434"/>
                    <a:pt x="116840" y="21082"/>
                    <a:pt x="94996" y="16510"/>
                  </a:cubicBezTo>
                  <a:cubicBezTo>
                    <a:pt x="80645" y="13462"/>
                    <a:pt x="53594" y="10668"/>
                    <a:pt x="34163" y="27051"/>
                  </a:cubicBezTo>
                  <a:cubicBezTo>
                    <a:pt x="18034" y="40513"/>
                    <a:pt x="10541" y="64389"/>
                    <a:pt x="11684" y="97917"/>
                  </a:cubicBezTo>
                  <a:cubicBezTo>
                    <a:pt x="11811" y="100711"/>
                    <a:pt x="9525" y="103124"/>
                    <a:pt x="6731" y="103251"/>
                  </a:cubicBezTo>
                  <a:cubicBezTo>
                    <a:pt x="6604" y="103251"/>
                    <a:pt x="6604" y="103251"/>
                    <a:pt x="6477" y="103251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692586" y="6716345"/>
            <a:ext cx="1945394" cy="1121924"/>
            <a:chOff x="0" y="0"/>
            <a:chExt cx="2593859" cy="149589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-78232"/>
              <a:ext cx="2639314" cy="1574038"/>
            </a:xfrm>
            <a:custGeom>
              <a:avLst/>
              <a:gdLst/>
              <a:ahLst/>
              <a:cxnLst/>
              <a:rect r="r" b="b" t="t" l="l"/>
              <a:pathLst>
                <a:path h="1574038" w="2639314">
                  <a:moveTo>
                    <a:pt x="2000504" y="115062"/>
                  </a:moveTo>
                  <a:cubicBezTo>
                    <a:pt x="1365504" y="443865"/>
                    <a:pt x="0" y="1162050"/>
                    <a:pt x="0" y="1162050"/>
                  </a:cubicBezTo>
                  <a:lnTo>
                    <a:pt x="210820" y="1574038"/>
                  </a:lnTo>
                  <a:lnTo>
                    <a:pt x="2368550" y="907669"/>
                  </a:lnTo>
                  <a:cubicBezTo>
                    <a:pt x="2546477" y="853821"/>
                    <a:pt x="2639314" y="621538"/>
                    <a:pt x="2571623" y="408432"/>
                  </a:cubicBezTo>
                  <a:cubicBezTo>
                    <a:pt x="2495931" y="169926"/>
                    <a:pt x="2222754" y="0"/>
                    <a:pt x="2000631" y="1150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3688708" y="6712585"/>
            <a:ext cx="1952940" cy="1129580"/>
          </a:xfrm>
          <a:custGeom>
            <a:avLst/>
            <a:gdLst/>
            <a:ahLst/>
            <a:cxnLst/>
            <a:rect r="r" b="b" t="t" l="l"/>
            <a:pathLst>
              <a:path h="1129580" w="1952940">
                <a:moveTo>
                  <a:pt x="0" y="0"/>
                </a:moveTo>
                <a:lnTo>
                  <a:pt x="1952940" y="0"/>
                </a:lnTo>
                <a:lnTo>
                  <a:pt x="1952940" y="1129581"/>
                </a:lnTo>
                <a:lnTo>
                  <a:pt x="0" y="112958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3903356" y="5000644"/>
            <a:ext cx="3601075" cy="3046632"/>
          </a:xfrm>
          <a:custGeom>
            <a:avLst/>
            <a:gdLst/>
            <a:ahLst/>
            <a:cxnLst/>
            <a:rect r="r" b="b" t="t" l="l"/>
            <a:pathLst>
              <a:path h="3046632" w="3601075">
                <a:moveTo>
                  <a:pt x="0" y="0"/>
                </a:moveTo>
                <a:lnTo>
                  <a:pt x="3601076" y="0"/>
                </a:lnTo>
                <a:lnTo>
                  <a:pt x="3601076" y="3046632"/>
                </a:lnTo>
                <a:lnTo>
                  <a:pt x="0" y="304663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3897757" y="4997176"/>
            <a:ext cx="3611706" cy="3057186"/>
          </a:xfrm>
          <a:custGeom>
            <a:avLst/>
            <a:gdLst/>
            <a:ahLst/>
            <a:cxnLst/>
            <a:rect r="r" b="b" t="t" l="l"/>
            <a:pathLst>
              <a:path h="3057186" w="3611706">
                <a:moveTo>
                  <a:pt x="0" y="0"/>
                </a:moveTo>
                <a:lnTo>
                  <a:pt x="3611706" y="0"/>
                </a:lnTo>
                <a:lnTo>
                  <a:pt x="3611706" y="3057186"/>
                </a:lnTo>
                <a:lnTo>
                  <a:pt x="0" y="305718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3743369" y="7748807"/>
            <a:ext cx="228464" cy="219540"/>
            <a:chOff x="0" y="0"/>
            <a:chExt cx="304619" cy="292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-54102"/>
              <a:ext cx="304673" cy="346837"/>
            </a:xfrm>
            <a:custGeom>
              <a:avLst/>
              <a:gdLst/>
              <a:ahLst/>
              <a:cxnLst/>
              <a:rect r="r" b="b" t="t" l="l"/>
              <a:pathLst>
                <a:path h="346837" w="304673">
                  <a:moveTo>
                    <a:pt x="95377" y="66548"/>
                  </a:moveTo>
                  <a:cubicBezTo>
                    <a:pt x="96012" y="67691"/>
                    <a:pt x="237490" y="0"/>
                    <a:pt x="304673" y="169418"/>
                  </a:cubicBezTo>
                  <a:lnTo>
                    <a:pt x="70485" y="346837"/>
                  </a:lnTo>
                  <a:lnTo>
                    <a:pt x="0" y="98171"/>
                  </a:lnTo>
                  <a:lnTo>
                    <a:pt x="95377" y="66548"/>
                  </a:lnTo>
                  <a:close/>
                </a:path>
              </a:pathLst>
            </a:custGeom>
            <a:solidFill>
              <a:srgbClr val="F6998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3216510" y="7516886"/>
            <a:ext cx="674687" cy="1160827"/>
            <a:chOff x="0" y="0"/>
            <a:chExt cx="899582" cy="15477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99541" cy="1547749"/>
            </a:xfrm>
            <a:custGeom>
              <a:avLst/>
              <a:gdLst/>
              <a:ahLst/>
              <a:cxnLst/>
              <a:rect r="r" b="b" t="t" l="l"/>
              <a:pathLst>
                <a:path h="1547749" w="899541">
                  <a:moveTo>
                    <a:pt x="566801" y="1517396"/>
                  </a:moveTo>
                  <a:lnTo>
                    <a:pt x="475615" y="1547749"/>
                  </a:lnTo>
                  <a:lnTo>
                    <a:pt x="448945" y="1528191"/>
                  </a:lnTo>
                  <a:lnTo>
                    <a:pt x="0" y="178308"/>
                  </a:lnTo>
                  <a:lnTo>
                    <a:pt x="193421" y="113919"/>
                  </a:lnTo>
                  <a:lnTo>
                    <a:pt x="220091" y="133477"/>
                  </a:lnTo>
                  <a:lnTo>
                    <a:pt x="621538" y="0"/>
                  </a:lnTo>
                  <a:lnTo>
                    <a:pt x="899541" y="507238"/>
                  </a:lnTo>
                  <a:lnTo>
                    <a:pt x="773049" y="601980"/>
                  </a:lnTo>
                  <a:lnTo>
                    <a:pt x="643890" y="1042035"/>
                  </a:lnTo>
                  <a:cubicBezTo>
                    <a:pt x="643890" y="1042035"/>
                    <a:pt x="644779" y="1422527"/>
                    <a:pt x="648462" y="1433576"/>
                  </a:cubicBezTo>
                  <a:cubicBezTo>
                    <a:pt x="651637" y="1443228"/>
                    <a:pt x="586232" y="1500759"/>
                    <a:pt x="570357" y="1514475"/>
                  </a:cubicBezTo>
                  <a:cubicBezTo>
                    <a:pt x="568198" y="1516380"/>
                    <a:pt x="566928" y="1517396"/>
                    <a:pt x="566928" y="15173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230160" y="7602347"/>
            <a:ext cx="414043" cy="1075366"/>
            <a:chOff x="0" y="0"/>
            <a:chExt cx="552058" cy="143382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2069" cy="1433830"/>
            </a:xfrm>
            <a:custGeom>
              <a:avLst/>
              <a:gdLst/>
              <a:ahLst/>
              <a:cxnLst/>
              <a:rect r="r" b="b" t="t" l="l"/>
              <a:pathLst>
                <a:path h="1433830" w="552069">
                  <a:moveTo>
                    <a:pt x="548640" y="1403477"/>
                  </a:moveTo>
                  <a:lnTo>
                    <a:pt x="457454" y="1433830"/>
                  </a:lnTo>
                  <a:lnTo>
                    <a:pt x="0" y="58293"/>
                  </a:lnTo>
                  <a:lnTo>
                    <a:pt x="175133" y="0"/>
                  </a:lnTo>
                  <a:lnTo>
                    <a:pt x="201803" y="19558"/>
                  </a:lnTo>
                  <a:lnTo>
                    <a:pt x="552069" y="1400556"/>
                  </a:lnTo>
                  <a:cubicBezTo>
                    <a:pt x="549910" y="1402461"/>
                    <a:pt x="548640" y="1403477"/>
                    <a:pt x="548640" y="14034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3659554" y="7634705"/>
            <a:ext cx="214252" cy="355753"/>
            <a:chOff x="0" y="0"/>
            <a:chExt cx="285669" cy="47433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-11430" y="0"/>
              <a:ext cx="297053" cy="474345"/>
            </a:xfrm>
            <a:custGeom>
              <a:avLst/>
              <a:gdLst/>
              <a:ahLst/>
              <a:cxnLst/>
              <a:rect r="r" b="b" t="t" l="l"/>
              <a:pathLst>
                <a:path h="474345" w="297053">
                  <a:moveTo>
                    <a:pt x="45847" y="0"/>
                  </a:moveTo>
                  <a:lnTo>
                    <a:pt x="297053" y="410464"/>
                  </a:lnTo>
                  <a:lnTo>
                    <a:pt x="203454" y="474345"/>
                  </a:lnTo>
                  <a:lnTo>
                    <a:pt x="34798" y="188087"/>
                  </a:lnTo>
                  <a:cubicBezTo>
                    <a:pt x="0" y="128905"/>
                    <a:pt x="4318" y="54610"/>
                    <a:pt x="45847" y="0"/>
                  </a:cubicBezTo>
                  <a:close/>
                </a:path>
              </a:pathLst>
            </a:custGeom>
            <a:solidFill>
              <a:srgbClr val="F6998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3357695" y="7598440"/>
            <a:ext cx="272330" cy="1065521"/>
            <a:chOff x="0" y="0"/>
            <a:chExt cx="363107" cy="142069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-508" y="-635"/>
              <a:ext cx="364109" cy="1421384"/>
            </a:xfrm>
            <a:custGeom>
              <a:avLst/>
              <a:gdLst/>
              <a:ahLst/>
              <a:cxnLst/>
              <a:rect r="r" b="b" t="t" l="l"/>
              <a:pathLst>
                <a:path h="1421384" w="364109">
                  <a:moveTo>
                    <a:pt x="358394" y="1421384"/>
                  </a:moveTo>
                  <a:cubicBezTo>
                    <a:pt x="356108" y="1421384"/>
                    <a:pt x="353949" y="1419860"/>
                    <a:pt x="353441" y="1417447"/>
                  </a:cubicBezTo>
                  <a:lnTo>
                    <a:pt x="635" y="7112"/>
                  </a:lnTo>
                  <a:cubicBezTo>
                    <a:pt x="0" y="4318"/>
                    <a:pt x="1651" y="1524"/>
                    <a:pt x="4445" y="762"/>
                  </a:cubicBezTo>
                  <a:cubicBezTo>
                    <a:pt x="7239" y="0"/>
                    <a:pt x="10033" y="1778"/>
                    <a:pt x="10668" y="4572"/>
                  </a:cubicBezTo>
                  <a:lnTo>
                    <a:pt x="363474" y="1414907"/>
                  </a:lnTo>
                  <a:cubicBezTo>
                    <a:pt x="364109" y="1417701"/>
                    <a:pt x="362458" y="1420495"/>
                    <a:pt x="359664" y="1421130"/>
                  </a:cubicBezTo>
                  <a:cubicBezTo>
                    <a:pt x="359283" y="1421257"/>
                    <a:pt x="358902" y="1421257"/>
                    <a:pt x="358394" y="142125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679170" y="7727453"/>
            <a:ext cx="83785" cy="86934"/>
            <a:chOff x="0" y="0"/>
            <a:chExt cx="111714" cy="115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1143" y="-2032"/>
              <a:ext cx="114046" cy="119761"/>
            </a:xfrm>
            <a:custGeom>
              <a:avLst/>
              <a:gdLst/>
              <a:ahLst/>
              <a:cxnLst/>
              <a:rect r="r" b="b" t="t" l="l"/>
              <a:pathLst>
                <a:path h="119761" w="114046">
                  <a:moveTo>
                    <a:pt x="88900" y="6223"/>
                  </a:moveTo>
                  <a:lnTo>
                    <a:pt x="4699" y="95504"/>
                  </a:lnTo>
                  <a:cubicBezTo>
                    <a:pt x="381" y="100203"/>
                    <a:pt x="0" y="107442"/>
                    <a:pt x="3683" y="112522"/>
                  </a:cubicBezTo>
                  <a:cubicBezTo>
                    <a:pt x="8509" y="119126"/>
                    <a:pt x="18161" y="119761"/>
                    <a:pt x="23876" y="113919"/>
                  </a:cubicBezTo>
                  <a:lnTo>
                    <a:pt x="109093" y="26035"/>
                  </a:lnTo>
                  <a:cubicBezTo>
                    <a:pt x="113411" y="21590"/>
                    <a:pt x="114046" y="14732"/>
                    <a:pt x="110617" y="9525"/>
                  </a:cubicBezTo>
                  <a:lnTo>
                    <a:pt x="109728" y="8001"/>
                  </a:lnTo>
                  <a:cubicBezTo>
                    <a:pt x="105029" y="889"/>
                    <a:pt x="94869" y="0"/>
                    <a:pt x="89027" y="62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661943" y="7977312"/>
            <a:ext cx="106446" cy="89294"/>
            <a:chOff x="0" y="0"/>
            <a:chExt cx="141928" cy="1190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-508" y="-508"/>
              <a:ext cx="143002" cy="119507"/>
            </a:xfrm>
            <a:custGeom>
              <a:avLst/>
              <a:gdLst/>
              <a:ahLst/>
              <a:cxnLst/>
              <a:rect r="r" b="b" t="t" l="l"/>
              <a:pathLst>
                <a:path h="119507" w="143002">
                  <a:moveTo>
                    <a:pt x="137287" y="119507"/>
                  </a:moveTo>
                  <a:cubicBezTo>
                    <a:pt x="135128" y="119507"/>
                    <a:pt x="133096" y="118110"/>
                    <a:pt x="132461" y="115951"/>
                  </a:cubicBezTo>
                  <a:cubicBezTo>
                    <a:pt x="104775" y="33020"/>
                    <a:pt x="5588" y="10922"/>
                    <a:pt x="4572" y="10668"/>
                  </a:cubicBezTo>
                  <a:cubicBezTo>
                    <a:pt x="1778" y="10160"/>
                    <a:pt x="0" y="7366"/>
                    <a:pt x="635" y="4572"/>
                  </a:cubicBezTo>
                  <a:cubicBezTo>
                    <a:pt x="1270" y="1778"/>
                    <a:pt x="3937" y="0"/>
                    <a:pt x="6731" y="635"/>
                  </a:cubicBezTo>
                  <a:cubicBezTo>
                    <a:pt x="11049" y="1524"/>
                    <a:pt x="112776" y="24130"/>
                    <a:pt x="142113" y="112776"/>
                  </a:cubicBezTo>
                  <a:cubicBezTo>
                    <a:pt x="143002" y="115443"/>
                    <a:pt x="141605" y="118364"/>
                    <a:pt x="138811" y="119253"/>
                  </a:cubicBezTo>
                  <a:cubicBezTo>
                    <a:pt x="138303" y="119380"/>
                    <a:pt x="137668" y="119507"/>
                    <a:pt x="137160" y="1195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3645821" y="8056094"/>
            <a:ext cx="100345" cy="86065"/>
            <a:chOff x="0" y="0"/>
            <a:chExt cx="133794" cy="11475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-635" y="-635"/>
              <a:ext cx="134874" cy="115443"/>
            </a:xfrm>
            <a:custGeom>
              <a:avLst/>
              <a:gdLst/>
              <a:ahLst/>
              <a:cxnLst/>
              <a:rect r="r" b="b" t="t" l="l"/>
              <a:pathLst>
                <a:path h="115443" w="134874">
                  <a:moveTo>
                    <a:pt x="129286" y="115443"/>
                  </a:moveTo>
                  <a:cubicBezTo>
                    <a:pt x="127000" y="115443"/>
                    <a:pt x="124841" y="113919"/>
                    <a:pt x="124333" y="111506"/>
                  </a:cubicBezTo>
                  <a:cubicBezTo>
                    <a:pt x="106934" y="41910"/>
                    <a:pt x="5334" y="11049"/>
                    <a:pt x="4318" y="10668"/>
                  </a:cubicBezTo>
                  <a:cubicBezTo>
                    <a:pt x="1651" y="9906"/>
                    <a:pt x="0" y="6985"/>
                    <a:pt x="889" y="4318"/>
                  </a:cubicBezTo>
                  <a:cubicBezTo>
                    <a:pt x="1778" y="1651"/>
                    <a:pt x="4572" y="0"/>
                    <a:pt x="7239" y="889"/>
                  </a:cubicBezTo>
                  <a:cubicBezTo>
                    <a:pt x="11684" y="2159"/>
                    <a:pt x="115570" y="33782"/>
                    <a:pt x="134239" y="108966"/>
                  </a:cubicBezTo>
                  <a:cubicBezTo>
                    <a:pt x="134874" y="111760"/>
                    <a:pt x="133223" y="114554"/>
                    <a:pt x="130429" y="115189"/>
                  </a:cubicBezTo>
                  <a:cubicBezTo>
                    <a:pt x="130048" y="115316"/>
                    <a:pt x="129667" y="115316"/>
                    <a:pt x="129159" y="1153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3626562" y="8140489"/>
            <a:ext cx="99148" cy="71392"/>
            <a:chOff x="0" y="0"/>
            <a:chExt cx="132197" cy="9518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254" y="-254"/>
              <a:ext cx="133096" cy="95504"/>
            </a:xfrm>
            <a:custGeom>
              <a:avLst/>
              <a:gdLst/>
              <a:ahLst/>
              <a:cxnLst/>
              <a:rect r="r" b="b" t="t" l="l"/>
              <a:pathLst>
                <a:path h="95504" w="133096">
                  <a:moveTo>
                    <a:pt x="127254" y="95504"/>
                  </a:moveTo>
                  <a:cubicBezTo>
                    <a:pt x="125095" y="95504"/>
                    <a:pt x="123063" y="94107"/>
                    <a:pt x="122428" y="91948"/>
                  </a:cubicBezTo>
                  <a:cubicBezTo>
                    <a:pt x="98552" y="20320"/>
                    <a:pt x="5842" y="10668"/>
                    <a:pt x="4953" y="10541"/>
                  </a:cubicBezTo>
                  <a:cubicBezTo>
                    <a:pt x="2159" y="10287"/>
                    <a:pt x="0" y="7747"/>
                    <a:pt x="254" y="4953"/>
                  </a:cubicBezTo>
                  <a:cubicBezTo>
                    <a:pt x="508" y="2159"/>
                    <a:pt x="3048" y="0"/>
                    <a:pt x="5969" y="254"/>
                  </a:cubicBezTo>
                  <a:cubicBezTo>
                    <a:pt x="10033" y="635"/>
                    <a:pt x="106299" y="10795"/>
                    <a:pt x="132207" y="88646"/>
                  </a:cubicBezTo>
                  <a:cubicBezTo>
                    <a:pt x="133096" y="91313"/>
                    <a:pt x="131699" y="94234"/>
                    <a:pt x="128905" y="95123"/>
                  </a:cubicBezTo>
                  <a:cubicBezTo>
                    <a:pt x="128397" y="95250"/>
                    <a:pt x="127762" y="95377"/>
                    <a:pt x="127254" y="953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4992629" y="6832835"/>
            <a:ext cx="255269" cy="77316"/>
          </a:xfrm>
          <a:custGeom>
            <a:avLst/>
            <a:gdLst/>
            <a:ahLst/>
            <a:cxnLst/>
            <a:rect r="r" b="b" t="t" l="l"/>
            <a:pathLst>
              <a:path h="77316" w="255269">
                <a:moveTo>
                  <a:pt x="0" y="0"/>
                </a:moveTo>
                <a:lnTo>
                  <a:pt x="255269" y="0"/>
                </a:lnTo>
                <a:lnTo>
                  <a:pt x="255269" y="77316"/>
                </a:lnTo>
                <a:lnTo>
                  <a:pt x="0" y="7731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4059501" y="4395874"/>
            <a:ext cx="3086317" cy="1753870"/>
            <a:chOff x="0" y="0"/>
            <a:chExt cx="4115090" cy="233849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7620" y="7620"/>
              <a:ext cx="4099814" cy="2323211"/>
            </a:xfrm>
            <a:custGeom>
              <a:avLst/>
              <a:gdLst/>
              <a:ahLst/>
              <a:cxnLst/>
              <a:rect r="r" b="b" t="t" l="l"/>
              <a:pathLst>
                <a:path h="2323211" w="4099814">
                  <a:moveTo>
                    <a:pt x="0" y="0"/>
                  </a:moveTo>
                  <a:lnTo>
                    <a:pt x="4099814" y="0"/>
                  </a:lnTo>
                  <a:lnTo>
                    <a:pt x="4099814" y="2323211"/>
                  </a:lnTo>
                  <a:lnTo>
                    <a:pt x="0" y="23232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115054" cy="2338451"/>
            </a:xfrm>
            <a:custGeom>
              <a:avLst/>
              <a:gdLst/>
              <a:ahLst/>
              <a:cxnLst/>
              <a:rect r="r" b="b" t="t" l="l"/>
              <a:pathLst>
                <a:path h="2338451" w="4115054">
                  <a:moveTo>
                    <a:pt x="7620" y="0"/>
                  </a:moveTo>
                  <a:lnTo>
                    <a:pt x="4107434" y="0"/>
                  </a:lnTo>
                  <a:cubicBezTo>
                    <a:pt x="4111625" y="0"/>
                    <a:pt x="4115054" y="3429"/>
                    <a:pt x="4115054" y="7620"/>
                  </a:cubicBezTo>
                  <a:lnTo>
                    <a:pt x="4115054" y="2330831"/>
                  </a:lnTo>
                  <a:cubicBezTo>
                    <a:pt x="4115054" y="2335022"/>
                    <a:pt x="4111625" y="2338451"/>
                    <a:pt x="4107434" y="2338451"/>
                  </a:cubicBezTo>
                  <a:lnTo>
                    <a:pt x="7620" y="2338451"/>
                  </a:lnTo>
                  <a:cubicBezTo>
                    <a:pt x="3429" y="2338451"/>
                    <a:pt x="0" y="2335022"/>
                    <a:pt x="0" y="23308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2330831"/>
                  </a:lnTo>
                  <a:lnTo>
                    <a:pt x="7620" y="2330831"/>
                  </a:lnTo>
                  <a:lnTo>
                    <a:pt x="7620" y="2323211"/>
                  </a:lnTo>
                  <a:lnTo>
                    <a:pt x="4107434" y="2323211"/>
                  </a:lnTo>
                  <a:lnTo>
                    <a:pt x="4107434" y="2330831"/>
                  </a:lnTo>
                  <a:lnTo>
                    <a:pt x="4099814" y="2330831"/>
                  </a:lnTo>
                  <a:lnTo>
                    <a:pt x="4099814" y="7620"/>
                  </a:lnTo>
                  <a:lnTo>
                    <a:pt x="4107434" y="7620"/>
                  </a:lnTo>
                  <a:lnTo>
                    <a:pt x="410743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4072776" y="4625977"/>
            <a:ext cx="3067200" cy="9525"/>
          </a:xfrm>
          <a:custGeom>
            <a:avLst/>
            <a:gdLst/>
            <a:ahLst/>
            <a:cxnLst/>
            <a:rect r="r" b="b" t="t" l="l"/>
            <a:pathLst>
              <a:path h="9525" w="3067200">
                <a:moveTo>
                  <a:pt x="0" y="0"/>
                </a:moveTo>
                <a:lnTo>
                  <a:pt x="3067200" y="0"/>
                </a:lnTo>
                <a:lnTo>
                  <a:pt x="306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6963281" y="4476246"/>
            <a:ext cx="91922" cy="91916"/>
          </a:xfrm>
          <a:custGeom>
            <a:avLst/>
            <a:gdLst/>
            <a:ahLst/>
            <a:cxnLst/>
            <a:rect r="r" b="b" t="t" l="l"/>
            <a:pathLst>
              <a:path h="91916" w="91922">
                <a:moveTo>
                  <a:pt x="0" y="0"/>
                </a:moveTo>
                <a:lnTo>
                  <a:pt x="91922" y="0"/>
                </a:lnTo>
                <a:lnTo>
                  <a:pt x="91922" y="91916"/>
                </a:lnTo>
                <a:lnTo>
                  <a:pt x="0" y="91916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6962781" y="4475746"/>
            <a:ext cx="92922" cy="92916"/>
          </a:xfrm>
          <a:custGeom>
            <a:avLst/>
            <a:gdLst/>
            <a:ahLst/>
            <a:cxnLst/>
            <a:rect r="r" b="b" t="t" l="l"/>
            <a:pathLst>
              <a:path h="92916" w="92922">
                <a:moveTo>
                  <a:pt x="0" y="0"/>
                </a:moveTo>
                <a:lnTo>
                  <a:pt x="92922" y="0"/>
                </a:lnTo>
                <a:lnTo>
                  <a:pt x="92922" y="92916"/>
                </a:lnTo>
                <a:lnTo>
                  <a:pt x="0" y="92916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6022550" y="4824719"/>
            <a:ext cx="940568" cy="378590"/>
            <a:chOff x="0" y="0"/>
            <a:chExt cx="1254091" cy="5047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54125" cy="504825"/>
            </a:xfrm>
            <a:custGeom>
              <a:avLst/>
              <a:gdLst/>
              <a:ahLst/>
              <a:cxnLst/>
              <a:rect r="r" b="b" t="t" l="l"/>
              <a:pathLst>
                <a:path h="504825" w="1254125">
                  <a:moveTo>
                    <a:pt x="0" y="0"/>
                  </a:moveTo>
                  <a:lnTo>
                    <a:pt x="1254125" y="0"/>
                  </a:lnTo>
                  <a:lnTo>
                    <a:pt x="1254125" y="504825"/>
                  </a:lnTo>
                  <a:lnTo>
                    <a:pt x="0" y="50482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04" id="104"/>
          <p:cNvSpPr/>
          <p:nvPr/>
        </p:nvSpPr>
        <p:spPr>
          <a:xfrm flipH="false" flipV="false" rot="0">
            <a:off x="6135131" y="4892917"/>
            <a:ext cx="759970" cy="242192"/>
          </a:xfrm>
          <a:custGeom>
            <a:avLst/>
            <a:gdLst/>
            <a:ahLst/>
            <a:cxnLst/>
            <a:rect r="r" b="b" t="t" l="l"/>
            <a:pathLst>
              <a:path h="242192" w="759970">
                <a:moveTo>
                  <a:pt x="0" y="0"/>
                </a:moveTo>
                <a:lnTo>
                  <a:pt x="759969" y="0"/>
                </a:lnTo>
                <a:lnTo>
                  <a:pt x="759969" y="242193"/>
                </a:lnTo>
                <a:lnTo>
                  <a:pt x="0" y="242193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4248049" y="4819441"/>
            <a:ext cx="688672" cy="689780"/>
          </a:xfrm>
          <a:custGeom>
            <a:avLst/>
            <a:gdLst/>
            <a:ahLst/>
            <a:cxnLst/>
            <a:rect r="r" b="b" t="t" l="l"/>
            <a:pathLst>
              <a:path h="689780" w="688672">
                <a:moveTo>
                  <a:pt x="0" y="0"/>
                </a:moveTo>
                <a:lnTo>
                  <a:pt x="688672" y="0"/>
                </a:lnTo>
                <a:lnTo>
                  <a:pt x="688672" y="689781"/>
                </a:lnTo>
                <a:lnTo>
                  <a:pt x="0" y="689781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4304905" y="5033744"/>
            <a:ext cx="571910" cy="329806"/>
            <a:chOff x="0" y="0"/>
            <a:chExt cx="762547" cy="43974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62508" cy="439674"/>
            </a:xfrm>
            <a:custGeom>
              <a:avLst/>
              <a:gdLst/>
              <a:ahLst/>
              <a:cxnLst/>
              <a:rect r="r" b="b" t="t" l="l"/>
              <a:pathLst>
                <a:path h="439674" w="762508">
                  <a:moveTo>
                    <a:pt x="184404" y="51562"/>
                  </a:moveTo>
                  <a:cubicBezTo>
                    <a:pt x="272542" y="49911"/>
                    <a:pt x="308864" y="212344"/>
                    <a:pt x="383286" y="270129"/>
                  </a:cubicBezTo>
                  <a:cubicBezTo>
                    <a:pt x="457708" y="327914"/>
                    <a:pt x="506349" y="201422"/>
                    <a:pt x="619379" y="219456"/>
                  </a:cubicBezTo>
                  <a:cubicBezTo>
                    <a:pt x="710184" y="233934"/>
                    <a:pt x="762508" y="439674"/>
                    <a:pt x="762508" y="439674"/>
                  </a:cubicBezTo>
                  <a:lnTo>
                    <a:pt x="0" y="439674"/>
                  </a:lnTo>
                  <a:cubicBezTo>
                    <a:pt x="0" y="439674"/>
                    <a:pt x="64516" y="53721"/>
                    <a:pt x="184404" y="51562"/>
                  </a:cubicBezTo>
                  <a:close/>
                  <a:moveTo>
                    <a:pt x="480949" y="0"/>
                  </a:moveTo>
                  <a:cubicBezTo>
                    <a:pt x="496189" y="0"/>
                    <a:pt x="511556" y="5842"/>
                    <a:pt x="523113" y="17526"/>
                  </a:cubicBezTo>
                  <a:cubicBezTo>
                    <a:pt x="546481" y="40894"/>
                    <a:pt x="546481" y="78613"/>
                    <a:pt x="523113" y="101981"/>
                  </a:cubicBezTo>
                  <a:cubicBezTo>
                    <a:pt x="499745" y="125349"/>
                    <a:pt x="462026" y="125349"/>
                    <a:pt x="438658" y="101981"/>
                  </a:cubicBezTo>
                  <a:cubicBezTo>
                    <a:pt x="415290" y="78613"/>
                    <a:pt x="415290" y="40894"/>
                    <a:pt x="438658" y="17526"/>
                  </a:cubicBezTo>
                  <a:cubicBezTo>
                    <a:pt x="450342" y="5842"/>
                    <a:pt x="465709" y="0"/>
                    <a:pt x="480949" y="0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4248049" y="5661980"/>
            <a:ext cx="984871" cy="303784"/>
          </a:xfrm>
          <a:custGeom>
            <a:avLst/>
            <a:gdLst/>
            <a:ahLst/>
            <a:cxnLst/>
            <a:rect r="r" b="b" t="t" l="l"/>
            <a:pathLst>
              <a:path h="303784" w="984871">
                <a:moveTo>
                  <a:pt x="0" y="0"/>
                </a:moveTo>
                <a:lnTo>
                  <a:pt x="984871" y="0"/>
                </a:lnTo>
                <a:lnTo>
                  <a:pt x="984871" y="303784"/>
                </a:lnTo>
                <a:lnTo>
                  <a:pt x="0" y="30378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5070179" y="4819441"/>
            <a:ext cx="834539" cy="689779"/>
          </a:xfrm>
          <a:custGeom>
            <a:avLst/>
            <a:gdLst/>
            <a:ahLst/>
            <a:cxnLst/>
            <a:rect r="r" b="b" t="t" l="l"/>
            <a:pathLst>
              <a:path h="689779" w="834539">
                <a:moveTo>
                  <a:pt x="0" y="0"/>
                </a:moveTo>
                <a:lnTo>
                  <a:pt x="834539" y="0"/>
                </a:lnTo>
                <a:lnTo>
                  <a:pt x="834539" y="689779"/>
                </a:lnTo>
                <a:lnTo>
                  <a:pt x="0" y="689779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5381666" y="5058550"/>
            <a:ext cx="211590" cy="211590"/>
            <a:chOff x="0" y="0"/>
            <a:chExt cx="282120" cy="2821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82067" cy="282194"/>
            </a:xfrm>
            <a:custGeom>
              <a:avLst/>
              <a:gdLst/>
              <a:ahLst/>
              <a:cxnLst/>
              <a:rect r="r" b="b" t="t" l="l"/>
              <a:pathLst>
                <a:path h="282194" w="282067">
                  <a:moveTo>
                    <a:pt x="282067" y="141097"/>
                  </a:moveTo>
                  <a:cubicBezTo>
                    <a:pt x="282067" y="218948"/>
                    <a:pt x="218948" y="282194"/>
                    <a:pt x="140970" y="282194"/>
                  </a:cubicBezTo>
                  <a:cubicBezTo>
                    <a:pt x="62992" y="282194"/>
                    <a:pt x="0" y="218948"/>
                    <a:pt x="0" y="141097"/>
                  </a:cubicBezTo>
                  <a:cubicBezTo>
                    <a:pt x="0" y="63246"/>
                    <a:pt x="63119" y="0"/>
                    <a:pt x="141097" y="0"/>
                  </a:cubicBezTo>
                  <a:cubicBezTo>
                    <a:pt x="219075" y="0"/>
                    <a:pt x="282067" y="63119"/>
                    <a:pt x="282067" y="141097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5461992" y="5116117"/>
            <a:ext cx="84326" cy="96427"/>
            <a:chOff x="0" y="0"/>
            <a:chExt cx="112435" cy="12857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2395" cy="128524"/>
            </a:xfrm>
            <a:custGeom>
              <a:avLst/>
              <a:gdLst/>
              <a:ahLst/>
              <a:cxnLst/>
              <a:rect r="r" b="b" t="t" l="l"/>
              <a:pathLst>
                <a:path h="128524" w="112395">
                  <a:moveTo>
                    <a:pt x="112395" y="66167"/>
                  </a:moveTo>
                  <a:lnTo>
                    <a:pt x="0" y="128524"/>
                  </a:lnTo>
                  <a:lnTo>
                    <a:pt x="2159" y="0"/>
                  </a:lnTo>
                  <a:lnTo>
                    <a:pt x="112395" y="661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534226" y="5565244"/>
            <a:ext cx="430298" cy="396650"/>
            <a:chOff x="0" y="0"/>
            <a:chExt cx="573731" cy="52886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905" y="1905"/>
              <a:ext cx="569976" cy="525145"/>
            </a:xfrm>
            <a:custGeom>
              <a:avLst/>
              <a:gdLst/>
              <a:ahLst/>
              <a:cxnLst/>
              <a:rect r="r" b="b" t="t" l="l"/>
              <a:pathLst>
                <a:path h="525145" w="569976">
                  <a:moveTo>
                    <a:pt x="0" y="0"/>
                  </a:moveTo>
                  <a:lnTo>
                    <a:pt x="569976" y="0"/>
                  </a:lnTo>
                  <a:lnTo>
                    <a:pt x="569976" y="525145"/>
                  </a:lnTo>
                  <a:lnTo>
                    <a:pt x="0" y="52514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3786" cy="528955"/>
            </a:xfrm>
            <a:custGeom>
              <a:avLst/>
              <a:gdLst/>
              <a:ahLst/>
              <a:cxnLst/>
              <a:rect r="r" b="b" t="t" l="l"/>
              <a:pathLst>
                <a:path h="528955" w="573786">
                  <a:moveTo>
                    <a:pt x="1905" y="0"/>
                  </a:moveTo>
                  <a:lnTo>
                    <a:pt x="571881" y="0"/>
                  </a:lnTo>
                  <a:cubicBezTo>
                    <a:pt x="572897" y="0"/>
                    <a:pt x="573786" y="889"/>
                    <a:pt x="573786" y="1905"/>
                  </a:cubicBezTo>
                  <a:lnTo>
                    <a:pt x="573786" y="527050"/>
                  </a:lnTo>
                  <a:cubicBezTo>
                    <a:pt x="573786" y="528066"/>
                    <a:pt x="572897" y="528955"/>
                    <a:pt x="571881" y="528955"/>
                  </a:cubicBezTo>
                  <a:lnTo>
                    <a:pt x="1905" y="528955"/>
                  </a:lnTo>
                  <a:cubicBezTo>
                    <a:pt x="889" y="528955"/>
                    <a:pt x="0" y="528066"/>
                    <a:pt x="0" y="527050"/>
                  </a:cubicBezTo>
                  <a:lnTo>
                    <a:pt x="0" y="1905"/>
                  </a:lnTo>
                  <a:cubicBezTo>
                    <a:pt x="0" y="889"/>
                    <a:pt x="889" y="0"/>
                    <a:pt x="1905" y="0"/>
                  </a:cubicBezTo>
                  <a:moveTo>
                    <a:pt x="1905" y="3810"/>
                  </a:moveTo>
                  <a:lnTo>
                    <a:pt x="1905" y="1905"/>
                  </a:lnTo>
                  <a:lnTo>
                    <a:pt x="3810" y="1905"/>
                  </a:lnTo>
                  <a:lnTo>
                    <a:pt x="3810" y="527050"/>
                  </a:lnTo>
                  <a:lnTo>
                    <a:pt x="1905" y="527050"/>
                  </a:lnTo>
                  <a:lnTo>
                    <a:pt x="1905" y="525145"/>
                  </a:lnTo>
                  <a:lnTo>
                    <a:pt x="571881" y="525145"/>
                  </a:lnTo>
                  <a:lnTo>
                    <a:pt x="571881" y="527050"/>
                  </a:lnTo>
                  <a:lnTo>
                    <a:pt x="569976" y="527050"/>
                  </a:lnTo>
                  <a:lnTo>
                    <a:pt x="569976" y="1905"/>
                  </a:lnTo>
                  <a:lnTo>
                    <a:pt x="571881" y="1905"/>
                  </a:lnTo>
                  <a:lnTo>
                    <a:pt x="571881" y="3810"/>
                  </a:lnTo>
                  <a:lnTo>
                    <a:pt x="1905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6385028" y="5341655"/>
            <a:ext cx="516767" cy="492434"/>
            <a:chOff x="0" y="0"/>
            <a:chExt cx="689022" cy="65657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89102" cy="656590"/>
            </a:xfrm>
            <a:custGeom>
              <a:avLst/>
              <a:gdLst/>
              <a:ahLst/>
              <a:cxnLst/>
              <a:rect r="r" b="b" t="t" l="l"/>
              <a:pathLst>
                <a:path h="656590" w="689102">
                  <a:moveTo>
                    <a:pt x="1905" y="0"/>
                  </a:moveTo>
                  <a:lnTo>
                    <a:pt x="687197" y="0"/>
                  </a:lnTo>
                  <a:cubicBezTo>
                    <a:pt x="688213" y="0"/>
                    <a:pt x="689102" y="889"/>
                    <a:pt x="689102" y="1905"/>
                  </a:cubicBezTo>
                  <a:lnTo>
                    <a:pt x="689102" y="654685"/>
                  </a:lnTo>
                  <a:cubicBezTo>
                    <a:pt x="689102" y="655701"/>
                    <a:pt x="688213" y="656590"/>
                    <a:pt x="687197" y="656590"/>
                  </a:cubicBezTo>
                  <a:lnTo>
                    <a:pt x="1905" y="656590"/>
                  </a:lnTo>
                  <a:cubicBezTo>
                    <a:pt x="889" y="656590"/>
                    <a:pt x="0" y="655701"/>
                    <a:pt x="0" y="654685"/>
                  </a:cubicBezTo>
                  <a:lnTo>
                    <a:pt x="0" y="1905"/>
                  </a:lnTo>
                  <a:cubicBezTo>
                    <a:pt x="0" y="889"/>
                    <a:pt x="889" y="0"/>
                    <a:pt x="1905" y="0"/>
                  </a:cubicBezTo>
                  <a:moveTo>
                    <a:pt x="1905" y="3810"/>
                  </a:moveTo>
                  <a:lnTo>
                    <a:pt x="1905" y="1905"/>
                  </a:lnTo>
                  <a:lnTo>
                    <a:pt x="3810" y="1905"/>
                  </a:lnTo>
                  <a:lnTo>
                    <a:pt x="3810" y="654685"/>
                  </a:lnTo>
                  <a:lnTo>
                    <a:pt x="1905" y="654685"/>
                  </a:lnTo>
                  <a:lnTo>
                    <a:pt x="1905" y="652780"/>
                  </a:lnTo>
                  <a:lnTo>
                    <a:pt x="687197" y="652780"/>
                  </a:lnTo>
                  <a:lnTo>
                    <a:pt x="687197" y="654685"/>
                  </a:lnTo>
                  <a:lnTo>
                    <a:pt x="685292" y="654685"/>
                  </a:lnTo>
                  <a:lnTo>
                    <a:pt x="685292" y="1905"/>
                  </a:lnTo>
                  <a:lnTo>
                    <a:pt x="687197" y="1905"/>
                  </a:lnTo>
                  <a:lnTo>
                    <a:pt x="687197" y="3810"/>
                  </a:lnTo>
                  <a:lnTo>
                    <a:pt x="1905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386434" y="5343060"/>
            <a:ext cx="521696" cy="497364"/>
            <a:chOff x="0" y="0"/>
            <a:chExt cx="695595" cy="6631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95579" cy="663194"/>
            </a:xfrm>
            <a:custGeom>
              <a:avLst/>
              <a:gdLst/>
              <a:ahLst/>
              <a:cxnLst/>
              <a:rect r="r" b="b" t="t" l="l"/>
              <a:pathLst>
                <a:path h="663194" w="695579">
                  <a:moveTo>
                    <a:pt x="690372" y="663194"/>
                  </a:moveTo>
                  <a:lnTo>
                    <a:pt x="5207" y="663194"/>
                  </a:lnTo>
                  <a:cubicBezTo>
                    <a:pt x="2413" y="663194"/>
                    <a:pt x="0" y="660908"/>
                    <a:pt x="0" y="657987"/>
                  </a:cubicBez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lnTo>
                    <a:pt x="690372" y="0"/>
                  </a:lnTo>
                  <a:cubicBezTo>
                    <a:pt x="693166" y="0"/>
                    <a:pt x="695579" y="2286"/>
                    <a:pt x="695579" y="5207"/>
                  </a:cubicBezTo>
                  <a:lnTo>
                    <a:pt x="695579" y="657987"/>
                  </a:lnTo>
                  <a:cubicBezTo>
                    <a:pt x="695579" y="660781"/>
                    <a:pt x="693293" y="663194"/>
                    <a:pt x="690372" y="663194"/>
                  </a:cubicBezTo>
                  <a:close/>
                  <a:moveTo>
                    <a:pt x="10287" y="652780"/>
                  </a:moveTo>
                  <a:lnTo>
                    <a:pt x="685292" y="652780"/>
                  </a:lnTo>
                  <a:lnTo>
                    <a:pt x="685292" y="10287"/>
                  </a:lnTo>
                  <a:lnTo>
                    <a:pt x="10287" y="10287"/>
                  </a:lnTo>
                  <a:lnTo>
                    <a:pt x="10287" y="6527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5422940" y="5417183"/>
            <a:ext cx="852781" cy="544711"/>
            <a:chOff x="0" y="0"/>
            <a:chExt cx="1137042" cy="72628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905" y="1905"/>
              <a:ext cx="1133221" cy="722503"/>
            </a:xfrm>
            <a:custGeom>
              <a:avLst/>
              <a:gdLst/>
              <a:ahLst/>
              <a:cxnLst/>
              <a:rect r="r" b="b" t="t" l="l"/>
              <a:pathLst>
                <a:path h="722503" w="1133221">
                  <a:moveTo>
                    <a:pt x="0" y="0"/>
                  </a:moveTo>
                  <a:lnTo>
                    <a:pt x="1133221" y="0"/>
                  </a:lnTo>
                  <a:lnTo>
                    <a:pt x="1133221" y="722503"/>
                  </a:lnTo>
                  <a:lnTo>
                    <a:pt x="0" y="722503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37031" cy="726313"/>
            </a:xfrm>
            <a:custGeom>
              <a:avLst/>
              <a:gdLst/>
              <a:ahLst/>
              <a:cxnLst/>
              <a:rect r="r" b="b" t="t" l="l"/>
              <a:pathLst>
                <a:path h="726313" w="1137031">
                  <a:moveTo>
                    <a:pt x="1905" y="0"/>
                  </a:moveTo>
                  <a:lnTo>
                    <a:pt x="1135126" y="0"/>
                  </a:lnTo>
                  <a:cubicBezTo>
                    <a:pt x="1136142" y="0"/>
                    <a:pt x="1137031" y="889"/>
                    <a:pt x="1137031" y="1905"/>
                  </a:cubicBezTo>
                  <a:lnTo>
                    <a:pt x="1137031" y="724408"/>
                  </a:lnTo>
                  <a:cubicBezTo>
                    <a:pt x="1137031" y="725424"/>
                    <a:pt x="1136142" y="726313"/>
                    <a:pt x="1135126" y="726313"/>
                  </a:cubicBezTo>
                  <a:lnTo>
                    <a:pt x="1905" y="726313"/>
                  </a:lnTo>
                  <a:cubicBezTo>
                    <a:pt x="889" y="726313"/>
                    <a:pt x="0" y="725424"/>
                    <a:pt x="0" y="724408"/>
                  </a:cubicBezTo>
                  <a:lnTo>
                    <a:pt x="0" y="1905"/>
                  </a:lnTo>
                  <a:cubicBezTo>
                    <a:pt x="0" y="889"/>
                    <a:pt x="889" y="0"/>
                    <a:pt x="1905" y="0"/>
                  </a:cubicBezTo>
                  <a:moveTo>
                    <a:pt x="1905" y="3810"/>
                  </a:moveTo>
                  <a:lnTo>
                    <a:pt x="1905" y="1905"/>
                  </a:lnTo>
                  <a:lnTo>
                    <a:pt x="3810" y="1905"/>
                  </a:lnTo>
                  <a:lnTo>
                    <a:pt x="3810" y="724408"/>
                  </a:lnTo>
                  <a:lnTo>
                    <a:pt x="1905" y="724408"/>
                  </a:lnTo>
                  <a:lnTo>
                    <a:pt x="1905" y="722503"/>
                  </a:lnTo>
                  <a:lnTo>
                    <a:pt x="1135126" y="722503"/>
                  </a:lnTo>
                  <a:lnTo>
                    <a:pt x="1135126" y="724408"/>
                  </a:lnTo>
                  <a:lnTo>
                    <a:pt x="1133221" y="724408"/>
                  </a:lnTo>
                  <a:lnTo>
                    <a:pt x="1133221" y="1905"/>
                  </a:lnTo>
                  <a:lnTo>
                    <a:pt x="1135126" y="1905"/>
                  </a:lnTo>
                  <a:lnTo>
                    <a:pt x="1135126" y="3810"/>
                  </a:lnTo>
                  <a:lnTo>
                    <a:pt x="1905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4" id="124"/>
          <p:cNvSpPr/>
          <p:nvPr/>
        </p:nvSpPr>
        <p:spPr>
          <a:xfrm flipH="false" flipV="false" rot="0">
            <a:off x="5419069" y="5413312"/>
            <a:ext cx="860522" cy="552452"/>
          </a:xfrm>
          <a:custGeom>
            <a:avLst/>
            <a:gdLst/>
            <a:ahLst/>
            <a:cxnLst/>
            <a:rect r="r" b="b" t="t" l="l"/>
            <a:pathLst>
              <a:path h="552452" w="860522">
                <a:moveTo>
                  <a:pt x="0" y="0"/>
                </a:moveTo>
                <a:lnTo>
                  <a:pt x="860523" y="0"/>
                </a:lnTo>
                <a:lnTo>
                  <a:pt x="860523" y="552452"/>
                </a:lnTo>
                <a:lnTo>
                  <a:pt x="0" y="552452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5513268" y="5539027"/>
            <a:ext cx="688859" cy="349238"/>
          </a:xfrm>
          <a:custGeom>
            <a:avLst/>
            <a:gdLst/>
            <a:ahLst/>
            <a:cxnLst/>
            <a:rect r="r" b="b" t="t" l="l"/>
            <a:pathLst>
              <a:path h="349238" w="688859">
                <a:moveTo>
                  <a:pt x="0" y="0"/>
                </a:moveTo>
                <a:lnTo>
                  <a:pt x="688859" y="0"/>
                </a:lnTo>
                <a:lnTo>
                  <a:pt x="688859" y="349239"/>
                </a:lnTo>
                <a:lnTo>
                  <a:pt x="0" y="349239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5505304" y="5606023"/>
            <a:ext cx="39629" cy="39629"/>
            <a:chOff x="0" y="0"/>
            <a:chExt cx="52838" cy="5283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2832" cy="52832"/>
            </a:xfrm>
            <a:custGeom>
              <a:avLst/>
              <a:gdLst/>
              <a:ahLst/>
              <a:cxnLst/>
              <a:rect r="r" b="b" t="t" l="l"/>
              <a:pathLst>
                <a:path h="52832" w="52832">
                  <a:moveTo>
                    <a:pt x="52832" y="26416"/>
                  </a:moveTo>
                  <a:cubicBezTo>
                    <a:pt x="52832" y="41021"/>
                    <a:pt x="41021" y="52832"/>
                    <a:pt x="26416" y="52832"/>
                  </a:cubicBezTo>
                  <a:cubicBezTo>
                    <a:pt x="11811" y="52832"/>
                    <a:pt x="0" y="41021"/>
                    <a:pt x="0" y="26416"/>
                  </a:cubicBezTo>
                  <a:cubicBezTo>
                    <a:pt x="0" y="11811"/>
                    <a:pt x="11811" y="0"/>
                    <a:pt x="26416" y="0"/>
                  </a:cubicBezTo>
                  <a:cubicBezTo>
                    <a:pt x="41021" y="0"/>
                    <a:pt x="52832" y="11811"/>
                    <a:pt x="52832" y="2641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691776" y="5863032"/>
            <a:ext cx="39629" cy="39629"/>
            <a:chOff x="0" y="0"/>
            <a:chExt cx="52838" cy="5283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832" cy="52832"/>
            </a:xfrm>
            <a:custGeom>
              <a:avLst/>
              <a:gdLst/>
              <a:ahLst/>
              <a:cxnLst/>
              <a:rect r="r" b="b" t="t" l="l"/>
              <a:pathLst>
                <a:path h="52832" w="52832">
                  <a:moveTo>
                    <a:pt x="52832" y="26416"/>
                  </a:moveTo>
                  <a:cubicBezTo>
                    <a:pt x="52832" y="41021"/>
                    <a:pt x="41021" y="52832"/>
                    <a:pt x="26416" y="52832"/>
                  </a:cubicBezTo>
                  <a:cubicBezTo>
                    <a:pt x="11811" y="52832"/>
                    <a:pt x="0" y="41021"/>
                    <a:pt x="0" y="26416"/>
                  </a:cubicBezTo>
                  <a:cubicBezTo>
                    <a:pt x="0" y="11811"/>
                    <a:pt x="11811" y="0"/>
                    <a:pt x="26416" y="0"/>
                  </a:cubicBezTo>
                  <a:cubicBezTo>
                    <a:pt x="41021" y="0"/>
                    <a:pt x="52832" y="11811"/>
                    <a:pt x="52832" y="2641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5878076" y="5528536"/>
            <a:ext cx="39629" cy="39629"/>
            <a:chOff x="0" y="0"/>
            <a:chExt cx="52838" cy="5283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2832" cy="52832"/>
            </a:xfrm>
            <a:custGeom>
              <a:avLst/>
              <a:gdLst/>
              <a:ahLst/>
              <a:cxnLst/>
              <a:rect r="r" b="b" t="t" l="l"/>
              <a:pathLst>
                <a:path h="52832" w="52832">
                  <a:moveTo>
                    <a:pt x="52832" y="26416"/>
                  </a:moveTo>
                  <a:cubicBezTo>
                    <a:pt x="52832" y="41021"/>
                    <a:pt x="41021" y="52832"/>
                    <a:pt x="26416" y="52832"/>
                  </a:cubicBezTo>
                  <a:cubicBezTo>
                    <a:pt x="11811" y="52832"/>
                    <a:pt x="0" y="41021"/>
                    <a:pt x="0" y="26416"/>
                  </a:cubicBezTo>
                  <a:cubicBezTo>
                    <a:pt x="0" y="11811"/>
                    <a:pt x="11811" y="0"/>
                    <a:pt x="26416" y="0"/>
                  </a:cubicBezTo>
                  <a:cubicBezTo>
                    <a:pt x="41021" y="0"/>
                    <a:pt x="52832" y="11811"/>
                    <a:pt x="52832" y="2641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6050948" y="5743106"/>
            <a:ext cx="39629" cy="39629"/>
            <a:chOff x="0" y="0"/>
            <a:chExt cx="52838" cy="5283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832" cy="52832"/>
            </a:xfrm>
            <a:custGeom>
              <a:avLst/>
              <a:gdLst/>
              <a:ahLst/>
              <a:cxnLst/>
              <a:rect r="r" b="b" t="t" l="l"/>
              <a:pathLst>
                <a:path h="52832" w="52832">
                  <a:moveTo>
                    <a:pt x="52832" y="26416"/>
                  </a:moveTo>
                  <a:cubicBezTo>
                    <a:pt x="52832" y="41021"/>
                    <a:pt x="41021" y="52832"/>
                    <a:pt x="26416" y="52832"/>
                  </a:cubicBezTo>
                  <a:cubicBezTo>
                    <a:pt x="11811" y="52832"/>
                    <a:pt x="0" y="41021"/>
                    <a:pt x="0" y="26416"/>
                  </a:cubicBezTo>
                  <a:cubicBezTo>
                    <a:pt x="0" y="11811"/>
                    <a:pt x="11811" y="0"/>
                    <a:pt x="26416" y="0"/>
                  </a:cubicBezTo>
                  <a:cubicBezTo>
                    <a:pt x="41021" y="0"/>
                    <a:pt x="52832" y="11811"/>
                    <a:pt x="52832" y="2641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170730" y="5611726"/>
            <a:ext cx="39629" cy="39629"/>
            <a:chOff x="0" y="0"/>
            <a:chExt cx="52838" cy="5283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2832" cy="52832"/>
            </a:xfrm>
            <a:custGeom>
              <a:avLst/>
              <a:gdLst/>
              <a:ahLst/>
              <a:cxnLst/>
              <a:rect r="r" b="b" t="t" l="l"/>
              <a:pathLst>
                <a:path h="52832" w="52832">
                  <a:moveTo>
                    <a:pt x="52832" y="26416"/>
                  </a:moveTo>
                  <a:cubicBezTo>
                    <a:pt x="52832" y="41021"/>
                    <a:pt x="41021" y="52832"/>
                    <a:pt x="26416" y="52832"/>
                  </a:cubicBezTo>
                  <a:cubicBezTo>
                    <a:pt x="11811" y="52832"/>
                    <a:pt x="0" y="41021"/>
                    <a:pt x="0" y="26416"/>
                  </a:cubicBezTo>
                  <a:cubicBezTo>
                    <a:pt x="0" y="11811"/>
                    <a:pt x="11811" y="0"/>
                    <a:pt x="26416" y="0"/>
                  </a:cubicBezTo>
                  <a:cubicBezTo>
                    <a:pt x="41021" y="0"/>
                    <a:pt x="52832" y="11811"/>
                    <a:pt x="52832" y="2641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36" id="136"/>
          <p:cNvSpPr/>
          <p:nvPr/>
        </p:nvSpPr>
        <p:spPr>
          <a:xfrm flipH="false" flipV="false" rot="0">
            <a:off x="5035514" y="3887122"/>
            <a:ext cx="1000282" cy="2433431"/>
          </a:xfrm>
          <a:custGeom>
            <a:avLst/>
            <a:gdLst/>
            <a:ahLst/>
            <a:cxnLst/>
            <a:rect r="r" b="b" t="t" l="l"/>
            <a:pathLst>
              <a:path h="2433431" w="1000282">
                <a:moveTo>
                  <a:pt x="0" y="0"/>
                </a:moveTo>
                <a:lnTo>
                  <a:pt x="1000281" y="0"/>
                </a:lnTo>
                <a:lnTo>
                  <a:pt x="1000281" y="2433431"/>
                </a:lnTo>
                <a:lnTo>
                  <a:pt x="0" y="2433431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5390968" y="6050090"/>
            <a:ext cx="257676" cy="240157"/>
          </a:xfrm>
          <a:custGeom>
            <a:avLst/>
            <a:gdLst/>
            <a:ahLst/>
            <a:cxnLst/>
            <a:rect r="r" b="b" t="t" l="l"/>
            <a:pathLst>
              <a:path h="240157" w="257676">
                <a:moveTo>
                  <a:pt x="0" y="0"/>
                </a:moveTo>
                <a:lnTo>
                  <a:pt x="257676" y="0"/>
                </a:lnTo>
                <a:lnTo>
                  <a:pt x="257676" y="240158"/>
                </a:lnTo>
                <a:lnTo>
                  <a:pt x="0" y="240158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8" id="138"/>
          <p:cNvGrpSpPr/>
          <p:nvPr/>
        </p:nvGrpSpPr>
        <p:grpSpPr>
          <a:xfrm rot="0">
            <a:off x="5370023" y="4781618"/>
            <a:ext cx="128460" cy="49316"/>
            <a:chOff x="0" y="0"/>
            <a:chExt cx="171280" cy="65755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-635" y="-635"/>
              <a:ext cx="172593" cy="66421"/>
            </a:xfrm>
            <a:custGeom>
              <a:avLst/>
              <a:gdLst/>
              <a:ahLst/>
              <a:cxnLst/>
              <a:rect r="r" b="b" t="t" l="l"/>
              <a:pathLst>
                <a:path h="66421" w="172593">
                  <a:moveTo>
                    <a:pt x="166751" y="66421"/>
                  </a:moveTo>
                  <a:cubicBezTo>
                    <a:pt x="166243" y="66421"/>
                    <a:pt x="165608" y="66294"/>
                    <a:pt x="165100" y="66167"/>
                  </a:cubicBezTo>
                  <a:lnTo>
                    <a:pt x="4064" y="10668"/>
                  </a:lnTo>
                  <a:cubicBezTo>
                    <a:pt x="1397" y="9779"/>
                    <a:pt x="0" y="6858"/>
                    <a:pt x="889" y="4064"/>
                  </a:cubicBezTo>
                  <a:cubicBezTo>
                    <a:pt x="1778" y="1270"/>
                    <a:pt x="4826" y="0"/>
                    <a:pt x="7493" y="889"/>
                  </a:cubicBezTo>
                  <a:lnTo>
                    <a:pt x="168402" y="56388"/>
                  </a:lnTo>
                  <a:cubicBezTo>
                    <a:pt x="171069" y="57277"/>
                    <a:pt x="172593" y="60198"/>
                    <a:pt x="171577" y="62992"/>
                  </a:cubicBezTo>
                  <a:cubicBezTo>
                    <a:pt x="170815" y="65151"/>
                    <a:pt x="168783" y="66421"/>
                    <a:pt x="166751" y="664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5287216" y="3837380"/>
            <a:ext cx="774299" cy="781880"/>
            <a:chOff x="0" y="0"/>
            <a:chExt cx="1032398" cy="104250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-35687"/>
              <a:ext cx="1081278" cy="1085977"/>
            </a:xfrm>
            <a:custGeom>
              <a:avLst/>
              <a:gdLst/>
              <a:ahLst/>
              <a:cxnLst/>
              <a:rect r="r" b="b" t="t" l="l"/>
              <a:pathLst>
                <a:path h="1085977" w="1081278">
                  <a:moveTo>
                    <a:pt x="0" y="631698"/>
                  </a:moveTo>
                  <a:lnTo>
                    <a:pt x="443484" y="146050"/>
                  </a:lnTo>
                  <a:cubicBezTo>
                    <a:pt x="555371" y="23495"/>
                    <a:pt x="739394" y="0"/>
                    <a:pt x="878459" y="90551"/>
                  </a:cubicBezTo>
                  <a:cubicBezTo>
                    <a:pt x="1040003" y="195707"/>
                    <a:pt x="1081278" y="414274"/>
                    <a:pt x="969391" y="571246"/>
                  </a:cubicBezTo>
                  <a:cubicBezTo>
                    <a:pt x="804799" y="802005"/>
                    <a:pt x="598678" y="1085977"/>
                    <a:pt x="586740" y="1077976"/>
                  </a:cubicBezTo>
                  <a:cubicBezTo>
                    <a:pt x="566674" y="1064768"/>
                    <a:pt x="0" y="631825"/>
                    <a:pt x="0" y="631825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5681552" y="4247309"/>
            <a:ext cx="334225" cy="375354"/>
            <a:chOff x="0" y="0"/>
            <a:chExt cx="445634" cy="50047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-762" y="-635"/>
              <a:ext cx="447040" cy="501142"/>
            </a:xfrm>
            <a:custGeom>
              <a:avLst/>
              <a:gdLst/>
              <a:ahLst/>
              <a:cxnLst/>
              <a:rect r="r" b="b" t="t" l="l"/>
              <a:pathLst>
                <a:path h="501142" w="447040">
                  <a:moveTo>
                    <a:pt x="72263" y="501142"/>
                  </a:moveTo>
                  <a:cubicBezTo>
                    <a:pt x="71247" y="501142"/>
                    <a:pt x="70104" y="500761"/>
                    <a:pt x="69215" y="500126"/>
                  </a:cubicBezTo>
                  <a:lnTo>
                    <a:pt x="2794" y="450342"/>
                  </a:lnTo>
                  <a:cubicBezTo>
                    <a:pt x="508" y="448564"/>
                    <a:pt x="0" y="445389"/>
                    <a:pt x="1778" y="443103"/>
                  </a:cubicBezTo>
                  <a:cubicBezTo>
                    <a:pt x="3556" y="440817"/>
                    <a:pt x="6731" y="440309"/>
                    <a:pt x="9017" y="442087"/>
                  </a:cubicBezTo>
                  <a:lnTo>
                    <a:pt x="71247" y="488696"/>
                  </a:lnTo>
                  <a:lnTo>
                    <a:pt x="437134" y="2667"/>
                  </a:lnTo>
                  <a:cubicBezTo>
                    <a:pt x="438912" y="381"/>
                    <a:pt x="442087" y="0"/>
                    <a:pt x="444373" y="1651"/>
                  </a:cubicBezTo>
                  <a:cubicBezTo>
                    <a:pt x="446659" y="3302"/>
                    <a:pt x="447040" y="6604"/>
                    <a:pt x="445389" y="8890"/>
                  </a:cubicBezTo>
                  <a:lnTo>
                    <a:pt x="76454" y="498983"/>
                  </a:lnTo>
                  <a:cubicBezTo>
                    <a:pt x="75438" y="500380"/>
                    <a:pt x="73914" y="501015"/>
                    <a:pt x="72390" y="501015"/>
                  </a:cubicBezTo>
                  <a:close/>
                </a:path>
              </a:pathLst>
            </a:custGeom>
            <a:solidFill>
              <a:srgbClr val="080808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5290241" y="3933821"/>
            <a:ext cx="320592" cy="350404"/>
            <a:chOff x="0" y="0"/>
            <a:chExt cx="427456" cy="46720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-508" y="-635"/>
              <a:ext cx="428498" cy="467868"/>
            </a:xfrm>
            <a:custGeom>
              <a:avLst/>
              <a:gdLst/>
              <a:ahLst/>
              <a:cxnLst/>
              <a:rect r="r" b="b" t="t" l="l"/>
              <a:pathLst>
                <a:path h="467868" w="428498">
                  <a:moveTo>
                    <a:pt x="5715" y="467868"/>
                  </a:moveTo>
                  <a:cubicBezTo>
                    <a:pt x="4445" y="467868"/>
                    <a:pt x="3175" y="467360"/>
                    <a:pt x="2286" y="466471"/>
                  </a:cubicBezTo>
                  <a:cubicBezTo>
                    <a:pt x="127" y="464566"/>
                    <a:pt x="0" y="461264"/>
                    <a:pt x="1905" y="459232"/>
                  </a:cubicBezTo>
                  <a:lnTo>
                    <a:pt x="418973" y="2286"/>
                  </a:lnTo>
                  <a:cubicBezTo>
                    <a:pt x="420878" y="127"/>
                    <a:pt x="424180" y="0"/>
                    <a:pt x="426212" y="1905"/>
                  </a:cubicBezTo>
                  <a:cubicBezTo>
                    <a:pt x="428244" y="3810"/>
                    <a:pt x="428498" y="7112"/>
                    <a:pt x="426593" y="9144"/>
                  </a:cubicBezTo>
                  <a:lnTo>
                    <a:pt x="9525" y="466217"/>
                  </a:lnTo>
                  <a:cubicBezTo>
                    <a:pt x="8509" y="467360"/>
                    <a:pt x="7112" y="467868"/>
                    <a:pt x="5715" y="467868"/>
                  </a:cubicBezTo>
                  <a:close/>
                </a:path>
              </a:pathLst>
            </a:custGeom>
            <a:solidFill>
              <a:srgbClr val="080808"/>
            </a:solidFill>
          </p:spPr>
        </p:sp>
      </p:grpSp>
      <p:sp>
        <p:nvSpPr>
          <p:cNvPr name="Freeform 146" id="146"/>
          <p:cNvSpPr/>
          <p:nvPr/>
        </p:nvSpPr>
        <p:spPr>
          <a:xfrm flipH="false" flipV="false" rot="0">
            <a:off x="3644848" y="4300426"/>
            <a:ext cx="124899" cy="124899"/>
          </a:xfrm>
          <a:custGeom>
            <a:avLst/>
            <a:gdLst/>
            <a:ahLst/>
            <a:cxnLst/>
            <a:rect r="r" b="b" t="t" l="l"/>
            <a:pathLst>
              <a:path h="124899" w="124899">
                <a:moveTo>
                  <a:pt x="0" y="0"/>
                </a:moveTo>
                <a:lnTo>
                  <a:pt x="124899" y="0"/>
                </a:lnTo>
                <a:lnTo>
                  <a:pt x="124899" y="124899"/>
                </a:lnTo>
                <a:lnTo>
                  <a:pt x="0" y="124899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-4132802">
            <a:off x="8044370" y="4309438"/>
            <a:ext cx="236387" cy="236387"/>
            <a:chOff x="0" y="0"/>
            <a:chExt cx="315182" cy="31518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15214" cy="315214"/>
            </a:xfrm>
            <a:custGeom>
              <a:avLst/>
              <a:gdLst/>
              <a:ahLst/>
              <a:cxnLst/>
              <a:rect r="r" b="b" t="t" l="l"/>
              <a:pathLst>
                <a:path h="315214" w="315214">
                  <a:moveTo>
                    <a:pt x="315214" y="127000"/>
                  </a:moveTo>
                  <a:lnTo>
                    <a:pt x="315214" y="187960"/>
                  </a:lnTo>
                  <a:lnTo>
                    <a:pt x="188087" y="187960"/>
                  </a:lnTo>
                  <a:lnTo>
                    <a:pt x="188087" y="315214"/>
                  </a:lnTo>
                  <a:lnTo>
                    <a:pt x="127127" y="315214"/>
                  </a:lnTo>
                  <a:lnTo>
                    <a:pt x="127127" y="188087"/>
                  </a:lnTo>
                  <a:lnTo>
                    <a:pt x="0" y="188087"/>
                  </a:lnTo>
                  <a:lnTo>
                    <a:pt x="0" y="127000"/>
                  </a:lnTo>
                  <a:lnTo>
                    <a:pt x="127127" y="127000"/>
                  </a:lnTo>
                  <a:lnTo>
                    <a:pt x="127127" y="0"/>
                  </a:lnTo>
                  <a:lnTo>
                    <a:pt x="188087" y="0"/>
                  </a:lnTo>
                  <a:lnTo>
                    <a:pt x="188087" y="127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-2700000">
            <a:off x="3667487" y="5617096"/>
            <a:ext cx="193100" cy="193100"/>
            <a:chOff x="0" y="0"/>
            <a:chExt cx="257467" cy="25746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57429" cy="257556"/>
            </a:xfrm>
            <a:custGeom>
              <a:avLst/>
              <a:gdLst/>
              <a:ahLst/>
              <a:cxnLst/>
              <a:rect r="r" b="b" t="t" l="l"/>
              <a:pathLst>
                <a:path h="257556" w="257429">
                  <a:moveTo>
                    <a:pt x="257429" y="128778"/>
                  </a:moveTo>
                  <a:cubicBezTo>
                    <a:pt x="257429" y="199898"/>
                    <a:pt x="199771" y="257556"/>
                    <a:pt x="128651" y="257556"/>
                  </a:cubicBezTo>
                  <a:cubicBezTo>
                    <a:pt x="57531" y="257556"/>
                    <a:pt x="0" y="199771"/>
                    <a:pt x="0" y="128778"/>
                  </a:cubicBezTo>
                  <a:cubicBezTo>
                    <a:pt x="0" y="57785"/>
                    <a:pt x="57658" y="0"/>
                    <a:pt x="128778" y="0"/>
                  </a:cubicBezTo>
                  <a:cubicBezTo>
                    <a:pt x="199898" y="0"/>
                    <a:pt x="257429" y="57658"/>
                    <a:pt x="257429" y="1287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7866540" y="5279168"/>
            <a:ext cx="670894" cy="670894"/>
            <a:chOff x="0" y="0"/>
            <a:chExt cx="894525" cy="894525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894588" cy="894588"/>
            </a:xfrm>
            <a:custGeom>
              <a:avLst/>
              <a:gdLst/>
              <a:ahLst/>
              <a:cxnLst/>
              <a:rect r="r" b="b" t="t" l="l"/>
              <a:pathLst>
                <a:path h="894588" w="894588">
                  <a:moveTo>
                    <a:pt x="894588" y="447294"/>
                  </a:moveTo>
                  <a:cubicBezTo>
                    <a:pt x="894588" y="694309"/>
                    <a:pt x="694309" y="894588"/>
                    <a:pt x="447294" y="894588"/>
                  </a:cubicBezTo>
                  <a:cubicBezTo>
                    <a:pt x="200279" y="894588"/>
                    <a:pt x="0" y="694309"/>
                    <a:pt x="0" y="447294"/>
                  </a:cubicBezTo>
                  <a:cubicBezTo>
                    <a:pt x="0" y="200279"/>
                    <a:pt x="200279" y="0"/>
                    <a:pt x="447294" y="0"/>
                  </a:cubicBezTo>
                  <a:cubicBezTo>
                    <a:pt x="694309" y="0"/>
                    <a:pt x="894588" y="200279"/>
                    <a:pt x="894588" y="4472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7862669" y="5275297"/>
            <a:ext cx="678635" cy="678635"/>
            <a:chOff x="0" y="0"/>
            <a:chExt cx="904846" cy="90484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04875" cy="904875"/>
            </a:xfrm>
            <a:custGeom>
              <a:avLst/>
              <a:gdLst/>
              <a:ahLst/>
              <a:cxnLst/>
              <a:rect r="r" b="b" t="t" l="l"/>
              <a:pathLst>
                <a:path h="904875" w="904875">
                  <a:moveTo>
                    <a:pt x="452374" y="904875"/>
                  </a:moveTo>
                  <a:cubicBezTo>
                    <a:pt x="202946" y="904875"/>
                    <a:pt x="0" y="701929"/>
                    <a:pt x="0" y="452374"/>
                  </a:cubicBezTo>
                  <a:cubicBezTo>
                    <a:pt x="0" y="202819"/>
                    <a:pt x="202946" y="0"/>
                    <a:pt x="452374" y="0"/>
                  </a:cubicBezTo>
                  <a:cubicBezTo>
                    <a:pt x="701802" y="0"/>
                    <a:pt x="904875" y="202946"/>
                    <a:pt x="904875" y="452374"/>
                  </a:cubicBezTo>
                  <a:cubicBezTo>
                    <a:pt x="904875" y="701802"/>
                    <a:pt x="701929" y="904875"/>
                    <a:pt x="452374" y="904875"/>
                  </a:cubicBezTo>
                  <a:close/>
                  <a:moveTo>
                    <a:pt x="452374" y="10287"/>
                  </a:moveTo>
                  <a:cubicBezTo>
                    <a:pt x="208661" y="10287"/>
                    <a:pt x="10287" y="208661"/>
                    <a:pt x="10287" y="452374"/>
                  </a:cubicBezTo>
                  <a:cubicBezTo>
                    <a:pt x="10287" y="696087"/>
                    <a:pt x="208661" y="894588"/>
                    <a:pt x="452374" y="894588"/>
                  </a:cubicBezTo>
                  <a:cubicBezTo>
                    <a:pt x="696087" y="894588"/>
                    <a:pt x="894588" y="696214"/>
                    <a:pt x="894588" y="452374"/>
                  </a:cubicBezTo>
                  <a:cubicBezTo>
                    <a:pt x="894588" y="208534"/>
                    <a:pt x="696214" y="10287"/>
                    <a:pt x="452374" y="1028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8009723" y="5423146"/>
            <a:ext cx="384524" cy="382932"/>
            <a:chOff x="0" y="0"/>
            <a:chExt cx="512699" cy="51057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12699" cy="510540"/>
            </a:xfrm>
            <a:custGeom>
              <a:avLst/>
              <a:gdLst/>
              <a:ahLst/>
              <a:cxnLst/>
              <a:rect r="r" b="b" t="t" l="l"/>
              <a:pathLst>
                <a:path h="510540" w="512699">
                  <a:moveTo>
                    <a:pt x="256413" y="254254"/>
                  </a:moveTo>
                  <a:cubicBezTo>
                    <a:pt x="398018" y="254254"/>
                    <a:pt x="512699" y="369062"/>
                    <a:pt x="512699" y="510540"/>
                  </a:cubicBezTo>
                  <a:lnTo>
                    <a:pt x="0" y="510540"/>
                  </a:lnTo>
                  <a:cubicBezTo>
                    <a:pt x="0" y="369062"/>
                    <a:pt x="114808" y="254254"/>
                    <a:pt x="256413" y="254254"/>
                  </a:cubicBezTo>
                  <a:close/>
                  <a:moveTo>
                    <a:pt x="256413" y="0"/>
                  </a:moveTo>
                  <a:cubicBezTo>
                    <a:pt x="286131" y="0"/>
                    <a:pt x="315849" y="11303"/>
                    <a:pt x="338455" y="34036"/>
                  </a:cubicBezTo>
                  <a:cubicBezTo>
                    <a:pt x="383794" y="79375"/>
                    <a:pt x="383794" y="152908"/>
                    <a:pt x="338455" y="198247"/>
                  </a:cubicBezTo>
                  <a:cubicBezTo>
                    <a:pt x="293116" y="243586"/>
                    <a:pt x="219583" y="243586"/>
                    <a:pt x="174244" y="198247"/>
                  </a:cubicBezTo>
                  <a:cubicBezTo>
                    <a:pt x="128905" y="152908"/>
                    <a:pt x="128905" y="79375"/>
                    <a:pt x="174244" y="34036"/>
                  </a:cubicBezTo>
                  <a:cubicBezTo>
                    <a:pt x="196977" y="11303"/>
                    <a:pt x="226695" y="0"/>
                    <a:pt x="256413" y="0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57" id="157"/>
          <p:cNvSpPr/>
          <p:nvPr/>
        </p:nvSpPr>
        <p:spPr>
          <a:xfrm flipH="false" flipV="false" rot="0">
            <a:off x="6996070" y="2646229"/>
            <a:ext cx="517826" cy="330394"/>
          </a:xfrm>
          <a:custGeom>
            <a:avLst/>
            <a:gdLst/>
            <a:ahLst/>
            <a:cxnLst/>
            <a:rect r="r" b="b" t="t" l="l"/>
            <a:pathLst>
              <a:path h="330394" w="517826">
                <a:moveTo>
                  <a:pt x="0" y="0"/>
                </a:moveTo>
                <a:lnTo>
                  <a:pt x="517826" y="0"/>
                </a:lnTo>
                <a:lnTo>
                  <a:pt x="517826" y="330394"/>
                </a:lnTo>
                <a:lnTo>
                  <a:pt x="0" y="330394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8" id="158"/>
          <p:cNvGrpSpPr/>
          <p:nvPr/>
        </p:nvGrpSpPr>
        <p:grpSpPr>
          <a:xfrm rot="0">
            <a:off x="14110200" y="8554357"/>
            <a:ext cx="1264920" cy="354290"/>
            <a:chOff x="0" y="0"/>
            <a:chExt cx="1686560" cy="472387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0" y="0"/>
                  </a:moveTo>
                  <a:lnTo>
                    <a:pt x="235712" y="0"/>
                  </a:lnTo>
                  <a:lnTo>
                    <a:pt x="472440" y="235712"/>
                  </a:lnTo>
                  <a:lnTo>
                    <a:pt x="235712" y="472440"/>
                  </a:lnTo>
                  <a:lnTo>
                    <a:pt x="0" y="472440"/>
                  </a:lnTo>
                  <a:lnTo>
                    <a:pt x="235712" y="235712"/>
                  </a:lnTo>
                  <a:lnTo>
                    <a:pt x="0" y="0"/>
                  </a:lnTo>
                  <a:close/>
                  <a:moveTo>
                    <a:pt x="404368" y="0"/>
                  </a:moveTo>
                  <a:lnTo>
                    <a:pt x="641096" y="0"/>
                  </a:lnTo>
                  <a:lnTo>
                    <a:pt x="876808" y="235712"/>
                  </a:lnTo>
                  <a:lnTo>
                    <a:pt x="641096" y="472440"/>
                  </a:lnTo>
                  <a:lnTo>
                    <a:pt x="404368" y="472440"/>
                  </a:lnTo>
                  <a:lnTo>
                    <a:pt x="641096" y="235712"/>
                  </a:lnTo>
                  <a:lnTo>
                    <a:pt x="404368" y="0"/>
                  </a:lnTo>
                  <a:close/>
                  <a:moveTo>
                    <a:pt x="809752" y="0"/>
                  </a:moveTo>
                  <a:lnTo>
                    <a:pt x="1045464" y="0"/>
                  </a:lnTo>
                  <a:lnTo>
                    <a:pt x="1282192" y="235712"/>
                  </a:lnTo>
                  <a:lnTo>
                    <a:pt x="1045464" y="472440"/>
                  </a:lnTo>
                  <a:lnTo>
                    <a:pt x="809752" y="472440"/>
                  </a:lnTo>
                  <a:lnTo>
                    <a:pt x="1045464" y="235712"/>
                  </a:lnTo>
                  <a:lnTo>
                    <a:pt x="809752" y="0"/>
                  </a:lnTo>
                  <a:close/>
                  <a:moveTo>
                    <a:pt x="1214120" y="0"/>
                  </a:moveTo>
                  <a:lnTo>
                    <a:pt x="1450848" y="0"/>
                  </a:lnTo>
                  <a:lnTo>
                    <a:pt x="1686560" y="235712"/>
                  </a:lnTo>
                  <a:lnTo>
                    <a:pt x="1450848" y="472440"/>
                  </a:lnTo>
                  <a:lnTo>
                    <a:pt x="1214120" y="472440"/>
                  </a:lnTo>
                  <a:lnTo>
                    <a:pt x="1450848" y="235712"/>
                  </a:lnTo>
                  <a:lnTo>
                    <a:pt x="121412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DFDE">
                    <a:alpha val="0"/>
                  </a:srgbClr>
                </a:gs>
                <a:gs pos="100000">
                  <a:srgbClr val="F9BEB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60" id="160"/>
          <p:cNvSpPr/>
          <p:nvPr/>
        </p:nvSpPr>
        <p:spPr>
          <a:xfrm flipH="false" flipV="false" rot="0">
            <a:off x="3024781" y="5882045"/>
            <a:ext cx="512976" cy="512974"/>
          </a:xfrm>
          <a:custGeom>
            <a:avLst/>
            <a:gdLst/>
            <a:ahLst/>
            <a:cxnLst/>
            <a:rect r="r" b="b" t="t" l="l"/>
            <a:pathLst>
              <a:path h="512974" w="512976">
                <a:moveTo>
                  <a:pt x="0" y="0"/>
                </a:moveTo>
                <a:lnTo>
                  <a:pt x="512976" y="0"/>
                </a:lnTo>
                <a:lnTo>
                  <a:pt x="512976" y="512974"/>
                </a:lnTo>
                <a:lnTo>
                  <a:pt x="0" y="512974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1" id="161"/>
          <p:cNvGrpSpPr/>
          <p:nvPr/>
        </p:nvGrpSpPr>
        <p:grpSpPr>
          <a:xfrm rot="0">
            <a:off x="3128188" y="6051665"/>
            <a:ext cx="306200" cy="176639"/>
            <a:chOff x="0" y="0"/>
            <a:chExt cx="408267" cy="23551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08305" cy="235458"/>
            </a:xfrm>
            <a:custGeom>
              <a:avLst/>
              <a:gdLst/>
              <a:ahLst/>
              <a:cxnLst/>
              <a:rect r="r" b="b" t="t" l="l"/>
              <a:pathLst>
                <a:path h="235458" w="408305">
                  <a:moveTo>
                    <a:pt x="0" y="0"/>
                  </a:moveTo>
                  <a:lnTo>
                    <a:pt x="408305" y="0"/>
                  </a:lnTo>
                  <a:lnTo>
                    <a:pt x="408305" y="235458"/>
                  </a:lnTo>
                  <a:lnTo>
                    <a:pt x="0" y="23545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3125264" y="6048761"/>
            <a:ext cx="312008" cy="94138"/>
            <a:chOff x="0" y="0"/>
            <a:chExt cx="416011" cy="125517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508" y="-508"/>
              <a:ext cx="417195" cy="125984"/>
            </a:xfrm>
            <a:custGeom>
              <a:avLst/>
              <a:gdLst/>
              <a:ahLst/>
              <a:cxnLst/>
              <a:rect r="r" b="b" t="t" l="l"/>
              <a:pathLst>
                <a:path h="125984" w="417195">
                  <a:moveTo>
                    <a:pt x="208534" y="125984"/>
                  </a:moveTo>
                  <a:cubicBezTo>
                    <a:pt x="207899" y="125984"/>
                    <a:pt x="207137" y="125857"/>
                    <a:pt x="206629" y="125476"/>
                  </a:cubicBezTo>
                  <a:cubicBezTo>
                    <a:pt x="204724" y="124460"/>
                    <a:pt x="20320" y="18542"/>
                    <a:pt x="2413" y="7747"/>
                  </a:cubicBezTo>
                  <a:cubicBezTo>
                    <a:pt x="508" y="6604"/>
                    <a:pt x="0" y="4191"/>
                    <a:pt x="1016" y="2413"/>
                  </a:cubicBezTo>
                  <a:cubicBezTo>
                    <a:pt x="2032" y="635"/>
                    <a:pt x="4572" y="0"/>
                    <a:pt x="6350" y="1016"/>
                  </a:cubicBezTo>
                  <a:cubicBezTo>
                    <a:pt x="23241" y="11303"/>
                    <a:pt x="188595" y="106299"/>
                    <a:pt x="208534" y="117729"/>
                  </a:cubicBezTo>
                  <a:lnTo>
                    <a:pt x="410718" y="1016"/>
                  </a:lnTo>
                  <a:cubicBezTo>
                    <a:pt x="412623" y="0"/>
                    <a:pt x="414909" y="635"/>
                    <a:pt x="416052" y="2413"/>
                  </a:cubicBezTo>
                  <a:cubicBezTo>
                    <a:pt x="417195" y="4191"/>
                    <a:pt x="416433" y="6604"/>
                    <a:pt x="414655" y="7747"/>
                  </a:cubicBezTo>
                  <a:lnTo>
                    <a:pt x="210439" y="125476"/>
                  </a:lnTo>
                  <a:cubicBezTo>
                    <a:pt x="209804" y="125857"/>
                    <a:pt x="209169" y="125984"/>
                    <a:pt x="208534" y="125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7427214" y="2390394"/>
            <a:ext cx="7934706" cy="3057906"/>
            <a:chOff x="0" y="0"/>
            <a:chExt cx="10579608" cy="407720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0579608" cy="4077208"/>
            </a:xfrm>
            <a:custGeom>
              <a:avLst/>
              <a:gdLst/>
              <a:ahLst/>
              <a:cxnLst/>
              <a:rect r="r" b="b" t="t" l="l"/>
              <a:pathLst>
                <a:path h="4077208" w="10579608">
                  <a:moveTo>
                    <a:pt x="0" y="0"/>
                  </a:moveTo>
                  <a:lnTo>
                    <a:pt x="10579608" y="0"/>
                  </a:lnTo>
                  <a:lnTo>
                    <a:pt x="10579608" y="4077208"/>
                  </a:lnTo>
                  <a:lnTo>
                    <a:pt x="0" y="4077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10579608" cy="407720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7775"/>
                </a:lnSpc>
              </a:pPr>
              <a:r>
                <a:rPr lang="en-US" sz="648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Programming Assistant</a:t>
              </a:r>
            </a:p>
            <a:p>
              <a:pPr algn="r">
                <a:lnSpc>
                  <a:spcPts val="7775"/>
                </a:lnSpc>
              </a:pPr>
              <a:r>
                <a:rPr lang="en-US" sz="648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AI-Powered Code</a:t>
              </a:r>
            </a:p>
          </p:txBody>
        </p:sp>
      </p:grpSp>
      <p:sp>
        <p:nvSpPr>
          <p:cNvPr name="TextBox 168" id="168"/>
          <p:cNvSpPr txBox="true"/>
          <p:nvPr/>
        </p:nvSpPr>
        <p:spPr>
          <a:xfrm rot="0">
            <a:off x="9052560" y="5701023"/>
            <a:ext cx="6309360" cy="117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19"/>
              </a:lnSpc>
            </a:pPr>
            <a:r>
              <a:rPr lang="en-US" sz="3599" b="true">
                <a:solidFill>
                  <a:srgbClr val="333333"/>
                </a:solidFill>
                <a:latin typeface="Inter Bold"/>
                <a:ea typeface="Inter Bold"/>
                <a:cs typeface="Inter Bold"/>
                <a:sym typeface="Inter Bold"/>
              </a:rPr>
              <a:t>with AI ChatBot</a:t>
            </a:r>
          </a:p>
        </p:txBody>
      </p:sp>
      <p:grpSp>
        <p:nvGrpSpPr>
          <p:cNvPr name="Group 169" id="169"/>
          <p:cNvGrpSpPr/>
          <p:nvPr/>
        </p:nvGrpSpPr>
        <p:grpSpPr>
          <a:xfrm rot="0">
            <a:off x="11905920" y="7007028"/>
            <a:ext cx="3456000" cy="604800"/>
            <a:chOff x="0" y="0"/>
            <a:chExt cx="4608000" cy="8064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608068" cy="806450"/>
            </a:xfrm>
            <a:custGeom>
              <a:avLst/>
              <a:gdLst/>
              <a:ahLst/>
              <a:cxnLst/>
              <a:rect r="r" b="b" t="t" l="l"/>
              <a:pathLst>
                <a:path h="806450" w="4608068">
                  <a:moveTo>
                    <a:pt x="0" y="403225"/>
                  </a:moveTo>
                  <a:cubicBezTo>
                    <a:pt x="0" y="180467"/>
                    <a:pt x="180467" y="0"/>
                    <a:pt x="403225" y="0"/>
                  </a:cubicBezTo>
                  <a:lnTo>
                    <a:pt x="4204843" y="0"/>
                  </a:lnTo>
                  <a:cubicBezTo>
                    <a:pt x="4427474" y="0"/>
                    <a:pt x="4608068" y="180467"/>
                    <a:pt x="4608068" y="403225"/>
                  </a:cubicBezTo>
                  <a:cubicBezTo>
                    <a:pt x="4608068" y="625983"/>
                    <a:pt x="4427474" y="806450"/>
                    <a:pt x="4204843" y="806450"/>
                  </a:cubicBezTo>
                  <a:lnTo>
                    <a:pt x="403225" y="806450"/>
                  </a:lnTo>
                  <a:cubicBezTo>
                    <a:pt x="180467" y="806450"/>
                    <a:pt x="0" y="625856"/>
                    <a:pt x="0" y="403225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0"/>
              <a:ext cx="4608000" cy="8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X-Eyes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76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04747"/>
                  </a:lnTo>
                  <a:lnTo>
                    <a:pt x="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174218" y="5465826"/>
            <a:ext cx="567690" cy="567690"/>
            <a:chOff x="0" y="0"/>
            <a:chExt cx="756920" cy="756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3409676" y="7603236"/>
            <a:ext cx="682752" cy="435864"/>
          </a:xfrm>
          <a:custGeom>
            <a:avLst/>
            <a:gdLst/>
            <a:ahLst/>
            <a:cxnLst/>
            <a:rect r="r" b="b" t="t" l="l"/>
            <a:pathLst>
              <a:path h="435864" w="682752">
                <a:moveTo>
                  <a:pt x="0" y="0"/>
                </a:moveTo>
                <a:lnTo>
                  <a:pt x="682752" y="0"/>
                </a:lnTo>
                <a:lnTo>
                  <a:pt x="682752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841139">
            <a:off x="14425422" y="8586978"/>
            <a:ext cx="486156" cy="418338"/>
            <a:chOff x="0" y="0"/>
            <a:chExt cx="648208" cy="5577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-40894" y="0"/>
              <a:ext cx="689102" cy="557784"/>
            </a:xfrm>
            <a:custGeom>
              <a:avLst/>
              <a:gdLst/>
              <a:ahLst/>
              <a:cxnLst/>
              <a:rect r="r" b="b" t="t" l="l"/>
              <a:pathLst>
                <a:path h="557784" w="689102">
                  <a:moveTo>
                    <a:pt x="537591" y="0"/>
                  </a:moveTo>
                  <a:lnTo>
                    <a:pt x="689102" y="272034"/>
                  </a:lnTo>
                  <a:lnTo>
                    <a:pt x="84963" y="557784"/>
                  </a:lnTo>
                  <a:cubicBezTo>
                    <a:pt x="84963" y="557784"/>
                    <a:pt x="0" y="474726"/>
                    <a:pt x="66167" y="417195"/>
                  </a:cubicBezTo>
                  <a:cubicBezTo>
                    <a:pt x="295529" y="217805"/>
                    <a:pt x="256540" y="267081"/>
                    <a:pt x="268605" y="186182"/>
                  </a:cubicBezTo>
                  <a:cubicBezTo>
                    <a:pt x="275336" y="140589"/>
                    <a:pt x="276733" y="134239"/>
                    <a:pt x="276733" y="134239"/>
                  </a:cubicBezTo>
                  <a:lnTo>
                    <a:pt x="53759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841139">
            <a:off x="14419326" y="8757666"/>
            <a:ext cx="457200" cy="216408"/>
            <a:chOff x="0" y="0"/>
            <a:chExt cx="609600" cy="2885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288544"/>
            </a:xfrm>
            <a:custGeom>
              <a:avLst/>
              <a:gdLst/>
              <a:ahLst/>
              <a:cxnLst/>
              <a:rect r="r" b="b" t="t" l="l"/>
              <a:pathLst>
                <a:path h="288544" w="609600">
                  <a:moveTo>
                    <a:pt x="0" y="288544"/>
                  </a:moveTo>
                  <a:lnTo>
                    <a:pt x="609600" y="0"/>
                  </a:lnTo>
                  <a:lnTo>
                    <a:pt x="0" y="288544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841139">
            <a:off x="14416278" y="8753856"/>
            <a:ext cx="464058" cy="223266"/>
            <a:chOff x="0" y="0"/>
            <a:chExt cx="618744" cy="297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635" y="-635"/>
              <a:ext cx="620014" cy="298323"/>
            </a:xfrm>
            <a:custGeom>
              <a:avLst/>
              <a:gdLst/>
              <a:ahLst/>
              <a:cxnLst/>
              <a:rect r="r" b="b" t="t" l="l"/>
              <a:pathLst>
                <a:path h="298323" w="620014">
                  <a:moveTo>
                    <a:pt x="4826" y="298323"/>
                  </a:moveTo>
                  <a:cubicBezTo>
                    <a:pt x="3302" y="298323"/>
                    <a:pt x="1778" y="297434"/>
                    <a:pt x="1016" y="295910"/>
                  </a:cubicBezTo>
                  <a:cubicBezTo>
                    <a:pt x="0" y="293751"/>
                    <a:pt x="889" y="291338"/>
                    <a:pt x="3048" y="290322"/>
                  </a:cubicBezTo>
                  <a:lnTo>
                    <a:pt x="613410" y="1016"/>
                  </a:lnTo>
                  <a:cubicBezTo>
                    <a:pt x="615569" y="0"/>
                    <a:pt x="617982" y="889"/>
                    <a:pt x="618998" y="3048"/>
                  </a:cubicBezTo>
                  <a:cubicBezTo>
                    <a:pt x="620014" y="5207"/>
                    <a:pt x="619125" y="7620"/>
                    <a:pt x="616966" y="8636"/>
                  </a:cubicBezTo>
                  <a:lnTo>
                    <a:pt x="6604" y="297942"/>
                  </a:lnTo>
                  <a:cubicBezTo>
                    <a:pt x="5969" y="298196"/>
                    <a:pt x="5334" y="298323"/>
                    <a:pt x="4826" y="2983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841139">
            <a:off x="15268956" y="6858000"/>
            <a:ext cx="212598" cy="90678"/>
            <a:chOff x="0" y="0"/>
            <a:chExt cx="283464" cy="1209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4699" y="-7874"/>
              <a:ext cx="292862" cy="137160"/>
            </a:xfrm>
            <a:custGeom>
              <a:avLst/>
              <a:gdLst/>
              <a:ahLst/>
              <a:cxnLst/>
              <a:rect r="r" b="b" t="t" l="l"/>
              <a:pathLst>
                <a:path h="137160" w="292862">
                  <a:moveTo>
                    <a:pt x="287909" y="12319"/>
                  </a:moveTo>
                  <a:cubicBezTo>
                    <a:pt x="292862" y="24765"/>
                    <a:pt x="236728" y="59182"/>
                    <a:pt x="162560" y="89154"/>
                  </a:cubicBezTo>
                  <a:cubicBezTo>
                    <a:pt x="88392" y="119126"/>
                    <a:pt x="9906" y="137160"/>
                    <a:pt x="4953" y="124841"/>
                  </a:cubicBezTo>
                  <a:cubicBezTo>
                    <a:pt x="0" y="112522"/>
                    <a:pt x="70104" y="74295"/>
                    <a:pt x="144399" y="44196"/>
                  </a:cubicBezTo>
                  <a:cubicBezTo>
                    <a:pt x="218694" y="14097"/>
                    <a:pt x="282829" y="0"/>
                    <a:pt x="287909" y="1231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841139">
            <a:off x="14413992" y="5649468"/>
            <a:ext cx="535686" cy="892302"/>
            <a:chOff x="0" y="0"/>
            <a:chExt cx="714248" cy="11897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-29210" y="0"/>
              <a:ext cx="743458" cy="1189736"/>
            </a:xfrm>
            <a:custGeom>
              <a:avLst/>
              <a:gdLst/>
              <a:ahLst/>
              <a:cxnLst/>
              <a:rect r="r" b="b" t="t" l="l"/>
              <a:pathLst>
                <a:path h="1189736" w="743458">
                  <a:moveTo>
                    <a:pt x="34925" y="11684"/>
                  </a:moveTo>
                  <a:cubicBezTo>
                    <a:pt x="34925" y="11684"/>
                    <a:pt x="61468" y="257175"/>
                    <a:pt x="30734" y="506095"/>
                  </a:cubicBezTo>
                  <a:cubicBezTo>
                    <a:pt x="0" y="755015"/>
                    <a:pt x="470662" y="1189736"/>
                    <a:pt x="470662" y="1189736"/>
                  </a:cubicBezTo>
                  <a:lnTo>
                    <a:pt x="743458" y="827405"/>
                  </a:lnTo>
                  <a:lnTo>
                    <a:pt x="516001" y="328803"/>
                  </a:lnTo>
                  <a:lnTo>
                    <a:pt x="395605" y="0"/>
                  </a:lnTo>
                  <a:lnTo>
                    <a:pt x="34925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841139">
            <a:off x="14422374" y="5558790"/>
            <a:ext cx="1005840" cy="971550"/>
            <a:chOff x="0" y="0"/>
            <a:chExt cx="1341120" cy="129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-49784" y="-25654"/>
              <a:ext cx="1454277" cy="1321054"/>
            </a:xfrm>
            <a:custGeom>
              <a:avLst/>
              <a:gdLst/>
              <a:ahLst/>
              <a:cxnLst/>
              <a:rect r="r" b="b" t="t" l="l"/>
              <a:pathLst>
                <a:path h="1321054" w="1454277">
                  <a:moveTo>
                    <a:pt x="1130427" y="1220089"/>
                  </a:moveTo>
                  <a:cubicBezTo>
                    <a:pt x="1130427" y="1220089"/>
                    <a:pt x="1454277" y="1034288"/>
                    <a:pt x="1379728" y="764921"/>
                  </a:cubicBezTo>
                  <a:cubicBezTo>
                    <a:pt x="1312545" y="521970"/>
                    <a:pt x="1050925" y="438785"/>
                    <a:pt x="900811" y="424688"/>
                  </a:cubicBezTo>
                  <a:cubicBezTo>
                    <a:pt x="836422" y="418592"/>
                    <a:pt x="774065" y="398399"/>
                    <a:pt x="719074" y="364363"/>
                  </a:cubicBezTo>
                  <a:cubicBezTo>
                    <a:pt x="669290" y="333502"/>
                    <a:pt x="613537" y="287274"/>
                    <a:pt x="565023" y="218567"/>
                  </a:cubicBezTo>
                  <a:cubicBezTo>
                    <a:pt x="442849" y="45339"/>
                    <a:pt x="335788" y="0"/>
                    <a:pt x="275463" y="38354"/>
                  </a:cubicBezTo>
                  <a:cubicBezTo>
                    <a:pt x="275463" y="38354"/>
                    <a:pt x="175768" y="13589"/>
                    <a:pt x="87884" y="105791"/>
                  </a:cubicBezTo>
                  <a:cubicBezTo>
                    <a:pt x="0" y="197993"/>
                    <a:pt x="91313" y="295021"/>
                    <a:pt x="91313" y="295021"/>
                  </a:cubicBezTo>
                  <a:lnTo>
                    <a:pt x="554990" y="966343"/>
                  </a:lnTo>
                  <a:lnTo>
                    <a:pt x="965962" y="1321054"/>
                  </a:lnTo>
                  <a:lnTo>
                    <a:pt x="1130427" y="122008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841139">
            <a:off x="14618970" y="5760720"/>
            <a:ext cx="215646" cy="236982"/>
            <a:chOff x="0" y="0"/>
            <a:chExt cx="287528" cy="3159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87528" cy="315976"/>
            </a:xfrm>
            <a:custGeom>
              <a:avLst/>
              <a:gdLst/>
              <a:ahLst/>
              <a:cxnLst/>
              <a:rect r="r" b="b" t="t" l="l"/>
              <a:pathLst>
                <a:path h="315976" w="287528">
                  <a:moveTo>
                    <a:pt x="287528" y="231902"/>
                  </a:moveTo>
                  <a:lnTo>
                    <a:pt x="63119" y="315976"/>
                  </a:lnTo>
                  <a:lnTo>
                    <a:pt x="35560" y="258572"/>
                  </a:lnTo>
                  <a:lnTo>
                    <a:pt x="0" y="184150"/>
                  </a:lnTo>
                  <a:lnTo>
                    <a:pt x="11811" y="167513"/>
                  </a:lnTo>
                  <a:lnTo>
                    <a:pt x="15494" y="162433"/>
                  </a:lnTo>
                  <a:lnTo>
                    <a:pt x="131064" y="0"/>
                  </a:lnTo>
                  <a:lnTo>
                    <a:pt x="287528" y="23190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841139">
            <a:off x="14615922" y="5757672"/>
            <a:ext cx="221742" cy="243078"/>
            <a:chOff x="0" y="0"/>
            <a:chExt cx="295656" cy="3241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-254" y="0"/>
              <a:ext cx="296037" cy="324104"/>
            </a:xfrm>
            <a:custGeom>
              <a:avLst/>
              <a:gdLst/>
              <a:ahLst/>
              <a:cxnLst/>
              <a:rect r="r" b="b" t="t" l="l"/>
              <a:pathLst>
                <a:path h="324104" w="296037">
                  <a:moveTo>
                    <a:pt x="67564" y="324104"/>
                  </a:moveTo>
                  <a:cubicBezTo>
                    <a:pt x="66040" y="324104"/>
                    <a:pt x="64516" y="323215"/>
                    <a:pt x="63754" y="321691"/>
                  </a:cubicBezTo>
                  <a:lnTo>
                    <a:pt x="635" y="189992"/>
                  </a:lnTo>
                  <a:cubicBezTo>
                    <a:pt x="0" y="188595"/>
                    <a:pt x="127" y="186944"/>
                    <a:pt x="1016" y="185801"/>
                  </a:cubicBezTo>
                  <a:lnTo>
                    <a:pt x="16510" y="164084"/>
                  </a:lnTo>
                  <a:lnTo>
                    <a:pt x="131953" y="1778"/>
                  </a:lnTo>
                  <a:cubicBezTo>
                    <a:pt x="132715" y="635"/>
                    <a:pt x="134112" y="0"/>
                    <a:pt x="135382" y="0"/>
                  </a:cubicBezTo>
                  <a:cubicBezTo>
                    <a:pt x="136652" y="0"/>
                    <a:pt x="138049" y="762"/>
                    <a:pt x="138811" y="1905"/>
                  </a:cubicBezTo>
                  <a:lnTo>
                    <a:pt x="295148" y="233553"/>
                  </a:lnTo>
                  <a:cubicBezTo>
                    <a:pt x="295910" y="234569"/>
                    <a:pt x="296037" y="235966"/>
                    <a:pt x="295656" y="237236"/>
                  </a:cubicBezTo>
                  <a:cubicBezTo>
                    <a:pt x="295275" y="238506"/>
                    <a:pt x="294386" y="239395"/>
                    <a:pt x="293116" y="239903"/>
                  </a:cubicBezTo>
                  <a:lnTo>
                    <a:pt x="68961" y="323850"/>
                  </a:lnTo>
                  <a:cubicBezTo>
                    <a:pt x="68453" y="324104"/>
                    <a:pt x="67945" y="324104"/>
                    <a:pt x="67437" y="324104"/>
                  </a:cubicBezTo>
                  <a:close/>
                  <a:moveTo>
                    <a:pt x="9398" y="188595"/>
                  </a:moveTo>
                  <a:lnTo>
                    <a:pt x="69723" y="314579"/>
                  </a:lnTo>
                  <a:lnTo>
                    <a:pt x="285242" y="233807"/>
                  </a:lnTo>
                  <a:lnTo>
                    <a:pt x="135255" y="11557"/>
                  </a:lnTo>
                  <a:lnTo>
                    <a:pt x="9398" y="1885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841139">
            <a:off x="14513814" y="5558028"/>
            <a:ext cx="259842" cy="338328"/>
            <a:chOff x="0" y="0"/>
            <a:chExt cx="346456" cy="4511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-6604" y="-35433"/>
              <a:ext cx="359283" cy="523748"/>
            </a:xfrm>
            <a:custGeom>
              <a:avLst/>
              <a:gdLst/>
              <a:ahLst/>
              <a:cxnLst/>
              <a:rect r="r" b="b" t="t" l="l"/>
              <a:pathLst>
                <a:path h="523748" w="359283">
                  <a:moveTo>
                    <a:pt x="159766" y="40767"/>
                  </a:moveTo>
                  <a:cubicBezTo>
                    <a:pt x="159766" y="40767"/>
                    <a:pt x="0" y="67818"/>
                    <a:pt x="6858" y="185166"/>
                  </a:cubicBezTo>
                  <a:cubicBezTo>
                    <a:pt x="13843" y="304800"/>
                    <a:pt x="78994" y="523748"/>
                    <a:pt x="218948" y="481076"/>
                  </a:cubicBezTo>
                  <a:cubicBezTo>
                    <a:pt x="333629" y="446151"/>
                    <a:pt x="359283" y="251333"/>
                    <a:pt x="351917" y="227711"/>
                  </a:cubicBezTo>
                  <a:cubicBezTo>
                    <a:pt x="344551" y="204089"/>
                    <a:pt x="257937" y="0"/>
                    <a:pt x="159766" y="407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4473021" y="5527806"/>
            <a:ext cx="342191" cy="398772"/>
          </a:xfrm>
          <a:custGeom>
            <a:avLst/>
            <a:gdLst/>
            <a:ahLst/>
            <a:cxnLst/>
            <a:rect r="r" b="b" t="t" l="l"/>
            <a:pathLst>
              <a:path h="398772" w="342191">
                <a:moveTo>
                  <a:pt x="0" y="0"/>
                </a:moveTo>
                <a:lnTo>
                  <a:pt x="342190" y="0"/>
                </a:lnTo>
                <a:lnTo>
                  <a:pt x="342190" y="398772"/>
                </a:lnTo>
                <a:lnTo>
                  <a:pt x="0" y="39877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841139">
            <a:off x="14517624" y="5551932"/>
            <a:ext cx="265938" cy="144018"/>
            <a:chOff x="0" y="0"/>
            <a:chExt cx="354584" cy="1920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-2159" y="-19431"/>
              <a:ext cx="361188" cy="211455"/>
            </a:xfrm>
            <a:custGeom>
              <a:avLst/>
              <a:gdLst/>
              <a:ahLst/>
              <a:cxnLst/>
              <a:rect r="r" b="b" t="t" l="l"/>
              <a:pathLst>
                <a:path h="211455" w="361188">
                  <a:moveTo>
                    <a:pt x="356616" y="211455"/>
                  </a:moveTo>
                  <a:cubicBezTo>
                    <a:pt x="356616" y="211455"/>
                    <a:pt x="351790" y="200406"/>
                    <a:pt x="286512" y="144780"/>
                  </a:cubicBezTo>
                  <a:cubicBezTo>
                    <a:pt x="223647" y="91313"/>
                    <a:pt x="179578" y="51308"/>
                    <a:pt x="179578" y="51308"/>
                  </a:cubicBezTo>
                  <a:cubicBezTo>
                    <a:pt x="179578" y="51308"/>
                    <a:pt x="108839" y="69850"/>
                    <a:pt x="80010" y="92964"/>
                  </a:cubicBezTo>
                  <a:cubicBezTo>
                    <a:pt x="50038" y="116967"/>
                    <a:pt x="32131" y="190500"/>
                    <a:pt x="32131" y="190500"/>
                  </a:cubicBezTo>
                  <a:cubicBezTo>
                    <a:pt x="32131" y="190500"/>
                    <a:pt x="4318" y="151511"/>
                    <a:pt x="2159" y="115951"/>
                  </a:cubicBezTo>
                  <a:cubicBezTo>
                    <a:pt x="0" y="80391"/>
                    <a:pt x="114427" y="0"/>
                    <a:pt x="232283" y="23749"/>
                  </a:cubicBezTo>
                  <a:cubicBezTo>
                    <a:pt x="232283" y="23749"/>
                    <a:pt x="361188" y="70485"/>
                    <a:pt x="356743" y="21145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841139">
            <a:off x="14562582" y="5715762"/>
            <a:ext cx="16002" cy="20574"/>
            <a:chOff x="0" y="0"/>
            <a:chExt cx="21336" cy="27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-1143" y="-1143"/>
              <a:ext cx="23622" cy="29718"/>
            </a:xfrm>
            <a:custGeom>
              <a:avLst/>
              <a:gdLst/>
              <a:ahLst/>
              <a:cxnLst/>
              <a:rect r="r" b="b" t="t" l="l"/>
              <a:pathLst>
                <a:path h="29718" w="23622">
                  <a:moveTo>
                    <a:pt x="17526" y="27940"/>
                  </a:moveTo>
                  <a:cubicBezTo>
                    <a:pt x="21717" y="26162"/>
                    <a:pt x="23622" y="21209"/>
                    <a:pt x="21844" y="17018"/>
                  </a:cubicBezTo>
                  <a:lnTo>
                    <a:pt x="17018" y="6096"/>
                  </a:lnTo>
                  <a:cubicBezTo>
                    <a:pt x="15240" y="1905"/>
                    <a:pt x="10287" y="0"/>
                    <a:pt x="6096" y="1778"/>
                  </a:cubicBezTo>
                  <a:cubicBezTo>
                    <a:pt x="1905" y="3556"/>
                    <a:pt x="0" y="8509"/>
                    <a:pt x="1778" y="12700"/>
                  </a:cubicBezTo>
                  <a:lnTo>
                    <a:pt x="6604" y="23622"/>
                  </a:lnTo>
                  <a:cubicBezTo>
                    <a:pt x="8382" y="27813"/>
                    <a:pt x="13335" y="29718"/>
                    <a:pt x="17526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841139">
            <a:off x="14650212" y="5711952"/>
            <a:ext cx="16002" cy="20574"/>
            <a:chOff x="0" y="0"/>
            <a:chExt cx="21336" cy="27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-1143" y="-1143"/>
              <a:ext cx="23622" cy="29718"/>
            </a:xfrm>
            <a:custGeom>
              <a:avLst/>
              <a:gdLst/>
              <a:ahLst/>
              <a:cxnLst/>
              <a:rect r="r" b="b" t="t" l="l"/>
              <a:pathLst>
                <a:path h="29718" w="23622">
                  <a:moveTo>
                    <a:pt x="17526" y="27940"/>
                  </a:moveTo>
                  <a:cubicBezTo>
                    <a:pt x="21717" y="26162"/>
                    <a:pt x="23622" y="21209"/>
                    <a:pt x="21844" y="17018"/>
                  </a:cubicBezTo>
                  <a:lnTo>
                    <a:pt x="17018" y="6096"/>
                  </a:lnTo>
                  <a:cubicBezTo>
                    <a:pt x="15240" y="1905"/>
                    <a:pt x="10287" y="0"/>
                    <a:pt x="6096" y="1778"/>
                  </a:cubicBezTo>
                  <a:cubicBezTo>
                    <a:pt x="1905" y="3556"/>
                    <a:pt x="0" y="8509"/>
                    <a:pt x="1778" y="12700"/>
                  </a:cubicBezTo>
                  <a:lnTo>
                    <a:pt x="6604" y="23622"/>
                  </a:lnTo>
                  <a:cubicBezTo>
                    <a:pt x="8382" y="27813"/>
                    <a:pt x="13335" y="29718"/>
                    <a:pt x="17526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14519608" y="5670843"/>
            <a:ext cx="109570" cy="119555"/>
          </a:xfrm>
          <a:custGeom>
            <a:avLst/>
            <a:gdLst/>
            <a:ahLst/>
            <a:cxnLst/>
            <a:rect r="r" b="b" t="t" l="l"/>
            <a:pathLst>
              <a:path h="119555" w="109570">
                <a:moveTo>
                  <a:pt x="0" y="0"/>
                </a:moveTo>
                <a:lnTo>
                  <a:pt x="109570" y="0"/>
                </a:lnTo>
                <a:lnTo>
                  <a:pt x="109570" y="119556"/>
                </a:lnTo>
                <a:lnTo>
                  <a:pt x="0" y="1195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841139">
            <a:off x="14625828" y="5793486"/>
            <a:ext cx="36576" cy="41148"/>
            <a:chOff x="0" y="0"/>
            <a:chExt cx="48768" cy="548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-11176" y="-6477"/>
              <a:ext cx="67183" cy="68580"/>
            </a:xfrm>
            <a:custGeom>
              <a:avLst/>
              <a:gdLst/>
              <a:ahLst/>
              <a:cxnLst/>
              <a:rect r="r" b="b" t="t" l="l"/>
              <a:pathLst>
                <a:path h="68580" w="67183">
                  <a:moveTo>
                    <a:pt x="48387" y="7239"/>
                  </a:moveTo>
                  <a:cubicBezTo>
                    <a:pt x="48387" y="7239"/>
                    <a:pt x="38862" y="33528"/>
                    <a:pt x="19431" y="43942"/>
                  </a:cubicBezTo>
                  <a:cubicBezTo>
                    <a:pt x="0" y="54356"/>
                    <a:pt x="18161" y="68580"/>
                    <a:pt x="40132" y="57023"/>
                  </a:cubicBezTo>
                  <a:cubicBezTo>
                    <a:pt x="62103" y="45466"/>
                    <a:pt x="67183" y="0"/>
                    <a:pt x="48387" y="7239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14617693" y="5785211"/>
            <a:ext cx="52846" cy="56174"/>
          </a:xfrm>
          <a:custGeom>
            <a:avLst/>
            <a:gdLst/>
            <a:ahLst/>
            <a:cxnLst/>
            <a:rect r="r" b="b" t="t" l="l"/>
            <a:pathLst>
              <a:path h="56174" w="52846">
                <a:moveTo>
                  <a:pt x="0" y="0"/>
                </a:moveTo>
                <a:lnTo>
                  <a:pt x="52846" y="0"/>
                </a:lnTo>
                <a:lnTo>
                  <a:pt x="52846" y="56174"/>
                </a:lnTo>
                <a:lnTo>
                  <a:pt x="0" y="56174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841139">
            <a:off x="14633448" y="5667756"/>
            <a:ext cx="47244" cy="20574"/>
            <a:chOff x="0" y="0"/>
            <a:chExt cx="62992" cy="274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-254"/>
              <a:ext cx="62992" cy="27686"/>
            </a:xfrm>
            <a:custGeom>
              <a:avLst/>
              <a:gdLst/>
              <a:ahLst/>
              <a:cxnLst/>
              <a:rect r="r" b="b" t="t" l="l"/>
              <a:pathLst>
                <a:path h="27686" w="62992">
                  <a:moveTo>
                    <a:pt x="0" y="27686"/>
                  </a:moveTo>
                  <a:cubicBezTo>
                    <a:pt x="0" y="27686"/>
                    <a:pt x="18415" y="0"/>
                    <a:pt x="62992" y="254"/>
                  </a:cubicBezTo>
                  <a:lnTo>
                    <a:pt x="0" y="27686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60" id="60"/>
          <p:cNvGrpSpPr/>
          <p:nvPr/>
        </p:nvGrpSpPr>
        <p:grpSpPr>
          <a:xfrm rot="841139">
            <a:off x="14630400" y="5664708"/>
            <a:ext cx="54102" cy="27432"/>
            <a:chOff x="0" y="0"/>
            <a:chExt cx="72136" cy="365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-635" y="0"/>
              <a:ext cx="72771" cy="36576"/>
            </a:xfrm>
            <a:custGeom>
              <a:avLst/>
              <a:gdLst/>
              <a:ahLst/>
              <a:cxnLst/>
              <a:rect r="r" b="b" t="t" l="l"/>
              <a:pathLst>
                <a:path h="36576" w="72771">
                  <a:moveTo>
                    <a:pt x="4826" y="36576"/>
                  </a:moveTo>
                  <a:cubicBezTo>
                    <a:pt x="4064" y="36576"/>
                    <a:pt x="3175" y="36322"/>
                    <a:pt x="2540" y="35814"/>
                  </a:cubicBezTo>
                  <a:cubicBezTo>
                    <a:pt x="635" y="34544"/>
                    <a:pt x="0" y="31877"/>
                    <a:pt x="1397" y="29972"/>
                  </a:cubicBezTo>
                  <a:cubicBezTo>
                    <a:pt x="2159" y="28702"/>
                    <a:pt x="21590" y="0"/>
                    <a:pt x="68072" y="0"/>
                  </a:cubicBezTo>
                  <a:cubicBezTo>
                    <a:pt x="68199" y="0"/>
                    <a:pt x="68453" y="0"/>
                    <a:pt x="68580" y="0"/>
                  </a:cubicBezTo>
                  <a:cubicBezTo>
                    <a:pt x="70866" y="0"/>
                    <a:pt x="72771" y="1905"/>
                    <a:pt x="72771" y="4318"/>
                  </a:cubicBezTo>
                  <a:cubicBezTo>
                    <a:pt x="72771" y="6731"/>
                    <a:pt x="70866" y="8509"/>
                    <a:pt x="68580" y="8509"/>
                  </a:cubicBezTo>
                  <a:cubicBezTo>
                    <a:pt x="68453" y="8509"/>
                    <a:pt x="68199" y="8509"/>
                    <a:pt x="68072" y="8509"/>
                  </a:cubicBezTo>
                  <a:cubicBezTo>
                    <a:pt x="26162" y="8509"/>
                    <a:pt x="8636" y="34417"/>
                    <a:pt x="8382" y="34671"/>
                  </a:cubicBezTo>
                  <a:cubicBezTo>
                    <a:pt x="7620" y="35941"/>
                    <a:pt x="6223" y="36576"/>
                    <a:pt x="4826" y="365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841139">
            <a:off x="14724126" y="5685282"/>
            <a:ext cx="67818" cy="103632"/>
            <a:chOff x="0" y="0"/>
            <a:chExt cx="90424" cy="1381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-11811"/>
              <a:ext cx="119507" cy="149987"/>
            </a:xfrm>
            <a:custGeom>
              <a:avLst/>
              <a:gdLst/>
              <a:ahLst/>
              <a:cxnLst/>
              <a:rect r="r" b="b" t="t" l="l"/>
              <a:pathLst>
                <a:path h="149987" w="119507">
                  <a:moveTo>
                    <a:pt x="0" y="59309"/>
                  </a:moveTo>
                  <a:cubicBezTo>
                    <a:pt x="0" y="59309"/>
                    <a:pt x="27940" y="0"/>
                    <a:pt x="59436" y="13970"/>
                  </a:cubicBezTo>
                  <a:cubicBezTo>
                    <a:pt x="88265" y="26797"/>
                    <a:pt x="119507" y="84074"/>
                    <a:pt x="39624" y="149987"/>
                  </a:cubicBezTo>
                  <a:lnTo>
                    <a:pt x="0" y="593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841139">
            <a:off x="14743176" y="5710428"/>
            <a:ext cx="29718" cy="37338"/>
            <a:chOff x="0" y="0"/>
            <a:chExt cx="39624" cy="497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-508" y="-508"/>
              <a:ext cx="40640" cy="50292"/>
            </a:xfrm>
            <a:custGeom>
              <a:avLst/>
              <a:gdLst/>
              <a:ahLst/>
              <a:cxnLst/>
              <a:rect r="r" b="b" t="t" l="l"/>
              <a:pathLst>
                <a:path h="50292" w="40640">
                  <a:moveTo>
                    <a:pt x="4699" y="50292"/>
                  </a:moveTo>
                  <a:cubicBezTo>
                    <a:pt x="3810" y="50292"/>
                    <a:pt x="2921" y="50038"/>
                    <a:pt x="2159" y="49403"/>
                  </a:cubicBezTo>
                  <a:cubicBezTo>
                    <a:pt x="381" y="48006"/>
                    <a:pt x="0" y="45339"/>
                    <a:pt x="1397" y="43434"/>
                  </a:cubicBezTo>
                  <a:lnTo>
                    <a:pt x="32639" y="2159"/>
                  </a:lnTo>
                  <a:cubicBezTo>
                    <a:pt x="34036" y="254"/>
                    <a:pt x="36703" y="0"/>
                    <a:pt x="38481" y="1397"/>
                  </a:cubicBezTo>
                  <a:cubicBezTo>
                    <a:pt x="40259" y="2794"/>
                    <a:pt x="40640" y="5461"/>
                    <a:pt x="39243" y="7366"/>
                  </a:cubicBezTo>
                  <a:lnTo>
                    <a:pt x="8001" y="48641"/>
                  </a:lnTo>
                  <a:cubicBezTo>
                    <a:pt x="7112" y="49657"/>
                    <a:pt x="5969" y="50292"/>
                    <a:pt x="4699" y="502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841139">
            <a:off x="14535150" y="5560314"/>
            <a:ext cx="116586" cy="105918"/>
            <a:chOff x="0" y="0"/>
            <a:chExt cx="155448" cy="1412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-19431" y="-12192"/>
              <a:ext cx="174879" cy="153416"/>
            </a:xfrm>
            <a:custGeom>
              <a:avLst/>
              <a:gdLst/>
              <a:ahLst/>
              <a:cxnLst/>
              <a:rect r="r" b="b" t="t" l="l"/>
              <a:pathLst>
                <a:path h="153416" w="174879">
                  <a:moveTo>
                    <a:pt x="27813" y="153416"/>
                  </a:moveTo>
                  <a:cubicBezTo>
                    <a:pt x="27813" y="153416"/>
                    <a:pt x="0" y="97282"/>
                    <a:pt x="45847" y="48260"/>
                  </a:cubicBezTo>
                  <a:cubicBezTo>
                    <a:pt x="90805" y="0"/>
                    <a:pt x="174879" y="14097"/>
                    <a:pt x="174879" y="14097"/>
                  </a:cubicBezTo>
                  <a:cubicBezTo>
                    <a:pt x="174879" y="14097"/>
                    <a:pt x="45720" y="51816"/>
                    <a:pt x="27813" y="15341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4520362" y="5543313"/>
            <a:ext cx="146163" cy="138397"/>
          </a:xfrm>
          <a:custGeom>
            <a:avLst/>
            <a:gdLst/>
            <a:ahLst/>
            <a:cxnLst/>
            <a:rect r="r" b="b" t="t" l="l"/>
            <a:pathLst>
              <a:path h="138397" w="146163">
                <a:moveTo>
                  <a:pt x="0" y="0"/>
                </a:moveTo>
                <a:lnTo>
                  <a:pt x="146162" y="0"/>
                </a:lnTo>
                <a:lnTo>
                  <a:pt x="146162" y="138396"/>
                </a:lnTo>
                <a:lnTo>
                  <a:pt x="0" y="13839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841139">
            <a:off x="14517624" y="5507736"/>
            <a:ext cx="234696" cy="201930"/>
            <a:chOff x="0" y="0"/>
            <a:chExt cx="312928" cy="2692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-6858" y="0"/>
              <a:ext cx="319786" cy="269240"/>
            </a:xfrm>
            <a:custGeom>
              <a:avLst/>
              <a:gdLst/>
              <a:ahLst/>
              <a:cxnLst/>
              <a:rect r="r" b="b" t="t" l="l"/>
              <a:pathLst>
                <a:path h="269240" w="319786">
                  <a:moveTo>
                    <a:pt x="8255" y="126619"/>
                  </a:moveTo>
                  <a:cubicBezTo>
                    <a:pt x="8255" y="126619"/>
                    <a:pt x="0" y="221615"/>
                    <a:pt x="23495" y="269240"/>
                  </a:cubicBezTo>
                  <a:cubicBezTo>
                    <a:pt x="23495" y="269240"/>
                    <a:pt x="84709" y="218186"/>
                    <a:pt x="118999" y="209677"/>
                  </a:cubicBezTo>
                  <a:lnTo>
                    <a:pt x="128397" y="108966"/>
                  </a:lnTo>
                  <a:lnTo>
                    <a:pt x="157480" y="196342"/>
                  </a:lnTo>
                  <a:lnTo>
                    <a:pt x="319786" y="175387"/>
                  </a:lnTo>
                  <a:lnTo>
                    <a:pt x="250571" y="29845"/>
                  </a:lnTo>
                  <a:lnTo>
                    <a:pt x="142494" y="0"/>
                  </a:lnTo>
                  <a:lnTo>
                    <a:pt x="8255" y="12661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841139">
            <a:off x="13475970" y="6174486"/>
            <a:ext cx="326898" cy="329184"/>
            <a:chOff x="0" y="0"/>
            <a:chExt cx="435864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-7620"/>
              <a:ext cx="435864" cy="446532"/>
            </a:xfrm>
            <a:custGeom>
              <a:avLst/>
              <a:gdLst/>
              <a:ahLst/>
              <a:cxnLst/>
              <a:rect r="r" b="b" t="t" l="l"/>
              <a:pathLst>
                <a:path h="446532" w="435864">
                  <a:moveTo>
                    <a:pt x="435864" y="258699"/>
                  </a:moveTo>
                  <a:cubicBezTo>
                    <a:pt x="435864" y="258699"/>
                    <a:pt x="259207" y="198374"/>
                    <a:pt x="233934" y="162687"/>
                  </a:cubicBezTo>
                  <a:cubicBezTo>
                    <a:pt x="167767" y="69723"/>
                    <a:pt x="182880" y="0"/>
                    <a:pt x="144272" y="8255"/>
                  </a:cubicBezTo>
                  <a:cubicBezTo>
                    <a:pt x="105664" y="16510"/>
                    <a:pt x="135636" y="117475"/>
                    <a:pt x="108458" y="131318"/>
                  </a:cubicBezTo>
                  <a:cubicBezTo>
                    <a:pt x="81280" y="145161"/>
                    <a:pt x="0" y="129413"/>
                    <a:pt x="0" y="129413"/>
                  </a:cubicBezTo>
                  <a:lnTo>
                    <a:pt x="66421" y="328803"/>
                  </a:lnTo>
                  <a:lnTo>
                    <a:pt x="383794" y="446532"/>
                  </a:lnTo>
                  <a:lnTo>
                    <a:pt x="435864" y="2586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3437271" y="6136098"/>
            <a:ext cx="404295" cy="405959"/>
          </a:xfrm>
          <a:custGeom>
            <a:avLst/>
            <a:gdLst/>
            <a:ahLst/>
            <a:cxnLst/>
            <a:rect r="r" b="b" t="t" l="l"/>
            <a:pathLst>
              <a:path h="405959" w="404295">
                <a:moveTo>
                  <a:pt x="0" y="0"/>
                </a:moveTo>
                <a:lnTo>
                  <a:pt x="404296" y="0"/>
                </a:lnTo>
                <a:lnTo>
                  <a:pt x="404296" y="405960"/>
                </a:lnTo>
                <a:lnTo>
                  <a:pt x="0" y="40596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841139">
            <a:off x="14390370" y="6668262"/>
            <a:ext cx="740664" cy="125730"/>
            <a:chOff x="0" y="0"/>
            <a:chExt cx="987552" cy="167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-1905" y="-7620"/>
              <a:ext cx="991362" cy="183261"/>
            </a:xfrm>
            <a:custGeom>
              <a:avLst/>
              <a:gdLst/>
              <a:ahLst/>
              <a:cxnLst/>
              <a:rect r="r" b="b" t="t" l="l"/>
              <a:pathLst>
                <a:path h="183261" w="991362">
                  <a:moveTo>
                    <a:pt x="989457" y="53213"/>
                  </a:moveTo>
                  <a:cubicBezTo>
                    <a:pt x="991362" y="96774"/>
                    <a:pt x="779653" y="157607"/>
                    <a:pt x="476631" y="170434"/>
                  </a:cubicBezTo>
                  <a:cubicBezTo>
                    <a:pt x="173609" y="183261"/>
                    <a:pt x="3810" y="171069"/>
                    <a:pt x="1905" y="127635"/>
                  </a:cubicBezTo>
                  <a:cubicBezTo>
                    <a:pt x="0" y="84201"/>
                    <a:pt x="166751" y="25654"/>
                    <a:pt x="469773" y="12827"/>
                  </a:cubicBezTo>
                  <a:cubicBezTo>
                    <a:pt x="772795" y="0"/>
                    <a:pt x="987552" y="9652"/>
                    <a:pt x="989457" y="53213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841139">
            <a:off x="14345412" y="6687312"/>
            <a:ext cx="766572" cy="1951482"/>
            <a:chOff x="0" y="0"/>
            <a:chExt cx="1022096" cy="260197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-14859" y="0"/>
              <a:ext cx="1036955" cy="2601976"/>
            </a:xfrm>
            <a:custGeom>
              <a:avLst/>
              <a:gdLst/>
              <a:ahLst/>
              <a:cxnLst/>
              <a:rect r="r" b="b" t="t" l="l"/>
              <a:pathLst>
                <a:path h="2601976" w="1036955">
                  <a:moveTo>
                    <a:pt x="561467" y="63754"/>
                  </a:moveTo>
                  <a:lnTo>
                    <a:pt x="511302" y="1208659"/>
                  </a:lnTo>
                  <a:lnTo>
                    <a:pt x="1036955" y="2412746"/>
                  </a:lnTo>
                  <a:lnTo>
                    <a:pt x="596392" y="2601976"/>
                  </a:lnTo>
                  <a:cubicBezTo>
                    <a:pt x="596392" y="2601976"/>
                    <a:pt x="34036" y="1371854"/>
                    <a:pt x="17018" y="1279144"/>
                  </a:cubicBezTo>
                  <a:cubicBezTo>
                    <a:pt x="0" y="1186434"/>
                    <a:pt x="89535" y="0"/>
                    <a:pt x="89535" y="0"/>
                  </a:cubicBezTo>
                  <a:lnTo>
                    <a:pt x="561467" y="63754"/>
                  </a:lnTo>
                  <a:close/>
                </a:path>
              </a:pathLst>
            </a:custGeom>
            <a:solidFill>
              <a:srgbClr val="96120E"/>
            </a:solidFill>
          </p:spPr>
        </p:sp>
      </p:grpSp>
      <p:sp>
        <p:nvSpPr>
          <p:cNvPr name="Freeform 78" id="78"/>
          <p:cNvSpPr/>
          <p:nvPr/>
        </p:nvSpPr>
        <p:spPr>
          <a:xfrm flipH="false" flipV="false" rot="0">
            <a:off x="14535748" y="8477187"/>
            <a:ext cx="367611" cy="229487"/>
          </a:xfrm>
          <a:custGeom>
            <a:avLst/>
            <a:gdLst/>
            <a:ahLst/>
            <a:cxnLst/>
            <a:rect r="r" b="b" t="t" l="l"/>
            <a:pathLst>
              <a:path h="229487" w="367611">
                <a:moveTo>
                  <a:pt x="0" y="0"/>
                </a:moveTo>
                <a:lnTo>
                  <a:pt x="367612" y="0"/>
                </a:lnTo>
                <a:lnTo>
                  <a:pt x="367612" y="229488"/>
                </a:lnTo>
                <a:lnTo>
                  <a:pt x="0" y="229488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841139">
            <a:off x="14610588" y="8529066"/>
            <a:ext cx="230886" cy="163068"/>
            <a:chOff x="0" y="0"/>
            <a:chExt cx="307848" cy="2174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7848" cy="217424"/>
            </a:xfrm>
            <a:custGeom>
              <a:avLst/>
              <a:gdLst/>
              <a:ahLst/>
              <a:cxnLst/>
              <a:rect r="r" b="b" t="t" l="l"/>
              <a:pathLst>
                <a:path h="217424" w="307848">
                  <a:moveTo>
                    <a:pt x="307848" y="117475"/>
                  </a:moveTo>
                  <a:lnTo>
                    <a:pt x="62484" y="217424"/>
                  </a:lnTo>
                  <a:lnTo>
                    <a:pt x="38862" y="171577"/>
                  </a:lnTo>
                  <a:lnTo>
                    <a:pt x="0" y="95885"/>
                  </a:lnTo>
                  <a:cubicBezTo>
                    <a:pt x="34036" y="76835"/>
                    <a:pt x="76327" y="57150"/>
                    <a:pt x="123317" y="39116"/>
                  </a:cubicBezTo>
                  <a:cubicBezTo>
                    <a:pt x="168021" y="21844"/>
                    <a:pt x="210693" y="8636"/>
                    <a:pt x="247396" y="0"/>
                  </a:cubicBezTo>
                  <a:lnTo>
                    <a:pt x="285877" y="74676"/>
                  </a:lnTo>
                  <a:lnTo>
                    <a:pt x="297053" y="96520"/>
                  </a:lnTo>
                  <a:lnTo>
                    <a:pt x="307721" y="1174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1" id="81"/>
          <p:cNvSpPr/>
          <p:nvPr/>
        </p:nvSpPr>
        <p:spPr>
          <a:xfrm flipH="false" flipV="false" rot="0">
            <a:off x="14590580" y="8499072"/>
            <a:ext cx="270902" cy="221533"/>
          </a:xfrm>
          <a:custGeom>
            <a:avLst/>
            <a:gdLst/>
            <a:ahLst/>
            <a:cxnLst/>
            <a:rect r="r" b="b" t="t" l="l"/>
            <a:pathLst>
              <a:path h="221533" w="270902">
                <a:moveTo>
                  <a:pt x="0" y="0"/>
                </a:moveTo>
                <a:lnTo>
                  <a:pt x="270902" y="0"/>
                </a:lnTo>
                <a:lnTo>
                  <a:pt x="270902" y="221532"/>
                </a:lnTo>
                <a:lnTo>
                  <a:pt x="0" y="221532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841139">
            <a:off x="14788896" y="8730234"/>
            <a:ext cx="26670" cy="26670"/>
            <a:chOff x="0" y="0"/>
            <a:chExt cx="35560" cy="355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560" cy="35560"/>
            </a:xfrm>
            <a:custGeom>
              <a:avLst/>
              <a:gdLst/>
              <a:ahLst/>
              <a:cxnLst/>
              <a:rect r="r" b="b" t="t" l="l"/>
              <a:pathLst>
                <a:path h="35560" w="35560">
                  <a:moveTo>
                    <a:pt x="0" y="17780"/>
                  </a:moveTo>
                  <a:cubicBezTo>
                    <a:pt x="0" y="8001"/>
                    <a:pt x="8001" y="0"/>
                    <a:pt x="17780" y="0"/>
                  </a:cubicBezTo>
                  <a:cubicBezTo>
                    <a:pt x="27559" y="0"/>
                    <a:pt x="35560" y="8001"/>
                    <a:pt x="35560" y="17780"/>
                  </a:cubicBezTo>
                  <a:cubicBezTo>
                    <a:pt x="35560" y="27559"/>
                    <a:pt x="27559" y="35560"/>
                    <a:pt x="17780" y="35560"/>
                  </a:cubicBezTo>
                  <a:cubicBezTo>
                    <a:pt x="8001" y="35560"/>
                    <a:pt x="0" y="27559"/>
                    <a:pt x="0" y="177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14501696" y="8729479"/>
            <a:ext cx="127868" cy="123431"/>
          </a:xfrm>
          <a:custGeom>
            <a:avLst/>
            <a:gdLst/>
            <a:ahLst/>
            <a:cxnLst/>
            <a:rect r="r" b="b" t="t" l="l"/>
            <a:pathLst>
              <a:path h="123431" w="127868">
                <a:moveTo>
                  <a:pt x="0" y="0"/>
                </a:moveTo>
                <a:lnTo>
                  <a:pt x="127868" y="0"/>
                </a:lnTo>
                <a:lnTo>
                  <a:pt x="127868" y="123430"/>
                </a:lnTo>
                <a:lnTo>
                  <a:pt x="0" y="123430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841139">
            <a:off x="14183106" y="6539484"/>
            <a:ext cx="1344930" cy="1536954"/>
            <a:chOff x="0" y="0"/>
            <a:chExt cx="1793240" cy="20492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-25400" y="-235458"/>
              <a:ext cx="1818640" cy="2284730"/>
            </a:xfrm>
            <a:custGeom>
              <a:avLst/>
              <a:gdLst/>
              <a:ahLst/>
              <a:cxnLst/>
              <a:rect r="r" b="b" t="t" l="l"/>
              <a:pathLst>
                <a:path h="2284730" w="1818640">
                  <a:moveTo>
                    <a:pt x="1818640" y="1897126"/>
                  </a:moveTo>
                  <a:lnTo>
                    <a:pt x="610997" y="1365885"/>
                  </a:lnTo>
                  <a:lnTo>
                    <a:pt x="787146" y="851789"/>
                  </a:lnTo>
                  <a:cubicBezTo>
                    <a:pt x="787146" y="851789"/>
                    <a:pt x="964311" y="613664"/>
                    <a:pt x="931164" y="490347"/>
                  </a:cubicBezTo>
                  <a:cubicBezTo>
                    <a:pt x="898017" y="367030"/>
                    <a:pt x="367792" y="0"/>
                    <a:pt x="281940" y="462534"/>
                  </a:cubicBezTo>
                  <a:lnTo>
                    <a:pt x="33147" y="1446911"/>
                  </a:lnTo>
                  <a:cubicBezTo>
                    <a:pt x="0" y="1580642"/>
                    <a:pt x="76581" y="1714373"/>
                    <a:pt x="203327" y="1756664"/>
                  </a:cubicBezTo>
                  <a:lnTo>
                    <a:pt x="1634998" y="2284730"/>
                  </a:lnTo>
                  <a:lnTo>
                    <a:pt x="1818640" y="18971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7" id="87"/>
          <p:cNvSpPr/>
          <p:nvPr/>
        </p:nvSpPr>
        <p:spPr>
          <a:xfrm flipH="false" flipV="false" rot="0">
            <a:off x="15171871" y="7893475"/>
            <a:ext cx="226173" cy="329350"/>
          </a:xfrm>
          <a:custGeom>
            <a:avLst/>
            <a:gdLst/>
            <a:ahLst/>
            <a:cxnLst/>
            <a:rect r="r" b="b" t="t" l="l"/>
            <a:pathLst>
              <a:path h="329350" w="226173">
                <a:moveTo>
                  <a:pt x="0" y="0"/>
                </a:moveTo>
                <a:lnTo>
                  <a:pt x="226174" y="0"/>
                </a:lnTo>
                <a:lnTo>
                  <a:pt x="226174" y="329350"/>
                </a:lnTo>
                <a:lnTo>
                  <a:pt x="0" y="32935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841139">
            <a:off x="15214854" y="7967472"/>
            <a:ext cx="169926" cy="213360"/>
            <a:chOff x="0" y="0"/>
            <a:chExt cx="226568" cy="2844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6695" cy="284480"/>
            </a:xfrm>
            <a:custGeom>
              <a:avLst/>
              <a:gdLst/>
              <a:ahLst/>
              <a:cxnLst/>
              <a:rect r="r" b="b" t="t" l="l"/>
              <a:pathLst>
                <a:path h="284480" w="226695">
                  <a:moveTo>
                    <a:pt x="226568" y="50546"/>
                  </a:moveTo>
                  <a:lnTo>
                    <a:pt x="102616" y="284353"/>
                  </a:lnTo>
                  <a:lnTo>
                    <a:pt x="102616" y="284480"/>
                  </a:lnTo>
                  <a:lnTo>
                    <a:pt x="68580" y="270129"/>
                  </a:lnTo>
                  <a:lnTo>
                    <a:pt x="0" y="241173"/>
                  </a:lnTo>
                  <a:cubicBezTo>
                    <a:pt x="8763" y="202565"/>
                    <a:pt x="26162" y="153416"/>
                    <a:pt x="50419" y="101727"/>
                  </a:cubicBezTo>
                  <a:cubicBezTo>
                    <a:pt x="68453" y="63119"/>
                    <a:pt x="88011" y="28194"/>
                    <a:pt x="106807" y="0"/>
                  </a:cubicBezTo>
                  <a:lnTo>
                    <a:pt x="184912" y="32893"/>
                  </a:lnTo>
                  <a:lnTo>
                    <a:pt x="205105" y="41402"/>
                  </a:lnTo>
                  <a:lnTo>
                    <a:pt x="226695" y="5041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0" id="90"/>
          <p:cNvSpPr/>
          <p:nvPr/>
        </p:nvSpPr>
        <p:spPr>
          <a:xfrm flipH="false" flipV="false" rot="0">
            <a:off x="15187846" y="7946372"/>
            <a:ext cx="223941" cy="255560"/>
          </a:xfrm>
          <a:custGeom>
            <a:avLst/>
            <a:gdLst/>
            <a:ahLst/>
            <a:cxnLst/>
            <a:rect r="r" b="b" t="t" l="l"/>
            <a:pathLst>
              <a:path h="255560" w="223941">
                <a:moveTo>
                  <a:pt x="0" y="0"/>
                </a:moveTo>
                <a:lnTo>
                  <a:pt x="223942" y="0"/>
                </a:lnTo>
                <a:lnTo>
                  <a:pt x="223942" y="255560"/>
                </a:lnTo>
                <a:lnTo>
                  <a:pt x="0" y="255560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841139">
            <a:off x="15240000" y="8014716"/>
            <a:ext cx="303276" cy="538734"/>
            <a:chOff x="0" y="0"/>
            <a:chExt cx="404368" cy="7183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04368" cy="718312"/>
            </a:xfrm>
            <a:custGeom>
              <a:avLst/>
              <a:gdLst/>
              <a:ahLst/>
              <a:cxnLst/>
              <a:rect r="r" b="b" t="t" l="l"/>
              <a:pathLst>
                <a:path h="718312" w="404368">
                  <a:moveTo>
                    <a:pt x="113792" y="0"/>
                  </a:moveTo>
                  <a:lnTo>
                    <a:pt x="404368" y="111506"/>
                  </a:lnTo>
                  <a:lnTo>
                    <a:pt x="125095" y="718312"/>
                  </a:lnTo>
                  <a:cubicBezTo>
                    <a:pt x="125095" y="718312"/>
                    <a:pt x="6731" y="709041"/>
                    <a:pt x="20447" y="622554"/>
                  </a:cubicBezTo>
                  <a:cubicBezTo>
                    <a:pt x="68072" y="322453"/>
                    <a:pt x="69977" y="385191"/>
                    <a:pt x="27178" y="315595"/>
                  </a:cubicBezTo>
                  <a:cubicBezTo>
                    <a:pt x="3048" y="276225"/>
                    <a:pt x="0" y="270383"/>
                    <a:pt x="0" y="270383"/>
                  </a:cubicBezTo>
                  <a:lnTo>
                    <a:pt x="11379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841139">
            <a:off x="15291054" y="8087868"/>
            <a:ext cx="211836" cy="459486"/>
            <a:chOff x="0" y="0"/>
            <a:chExt cx="282448" cy="6126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82448" cy="612648"/>
            </a:xfrm>
            <a:custGeom>
              <a:avLst/>
              <a:gdLst/>
              <a:ahLst/>
              <a:cxnLst/>
              <a:rect r="r" b="b" t="t" l="l"/>
              <a:pathLst>
                <a:path h="612648" w="282448">
                  <a:moveTo>
                    <a:pt x="0" y="612648"/>
                  </a:moveTo>
                  <a:lnTo>
                    <a:pt x="282448" y="0"/>
                  </a:lnTo>
                  <a:lnTo>
                    <a:pt x="0" y="612648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95" id="95"/>
          <p:cNvGrpSpPr/>
          <p:nvPr/>
        </p:nvGrpSpPr>
        <p:grpSpPr>
          <a:xfrm rot="841139">
            <a:off x="15288006" y="8084820"/>
            <a:ext cx="217932" cy="466344"/>
            <a:chOff x="0" y="0"/>
            <a:chExt cx="290576" cy="6217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-635" y="-635"/>
              <a:ext cx="291846" cy="622427"/>
            </a:xfrm>
            <a:custGeom>
              <a:avLst/>
              <a:gdLst/>
              <a:ahLst/>
              <a:cxnLst/>
              <a:rect r="r" b="b" t="t" l="l"/>
              <a:pathLst>
                <a:path h="622427" w="291846">
                  <a:moveTo>
                    <a:pt x="4826" y="622427"/>
                  </a:moveTo>
                  <a:cubicBezTo>
                    <a:pt x="4191" y="622427"/>
                    <a:pt x="3683" y="622300"/>
                    <a:pt x="3048" y="622046"/>
                  </a:cubicBezTo>
                  <a:cubicBezTo>
                    <a:pt x="889" y="621030"/>
                    <a:pt x="0" y="618617"/>
                    <a:pt x="1016" y="616458"/>
                  </a:cubicBezTo>
                  <a:lnTo>
                    <a:pt x="283210" y="3048"/>
                  </a:lnTo>
                  <a:cubicBezTo>
                    <a:pt x="284226" y="889"/>
                    <a:pt x="286639" y="0"/>
                    <a:pt x="288798" y="1016"/>
                  </a:cubicBezTo>
                  <a:cubicBezTo>
                    <a:pt x="290957" y="2032"/>
                    <a:pt x="291846" y="4445"/>
                    <a:pt x="290830" y="6604"/>
                  </a:cubicBezTo>
                  <a:lnTo>
                    <a:pt x="8636" y="620014"/>
                  </a:lnTo>
                  <a:cubicBezTo>
                    <a:pt x="7874" y="621538"/>
                    <a:pt x="6350" y="622427"/>
                    <a:pt x="4826" y="6224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841139">
            <a:off x="15422880" y="8112252"/>
            <a:ext cx="26670" cy="26670"/>
            <a:chOff x="0" y="0"/>
            <a:chExt cx="35560" cy="355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5560" cy="35560"/>
            </a:xfrm>
            <a:custGeom>
              <a:avLst/>
              <a:gdLst/>
              <a:ahLst/>
              <a:cxnLst/>
              <a:rect r="r" b="b" t="t" l="l"/>
              <a:pathLst>
                <a:path h="35560" w="35560">
                  <a:moveTo>
                    <a:pt x="0" y="17780"/>
                  </a:moveTo>
                  <a:cubicBezTo>
                    <a:pt x="0" y="8001"/>
                    <a:pt x="8001" y="0"/>
                    <a:pt x="17780" y="0"/>
                  </a:cubicBezTo>
                  <a:cubicBezTo>
                    <a:pt x="27559" y="0"/>
                    <a:pt x="35560" y="8001"/>
                    <a:pt x="35560" y="17780"/>
                  </a:cubicBezTo>
                  <a:cubicBezTo>
                    <a:pt x="35560" y="27559"/>
                    <a:pt x="27559" y="35560"/>
                    <a:pt x="17780" y="35560"/>
                  </a:cubicBezTo>
                  <a:cubicBezTo>
                    <a:pt x="8001" y="35560"/>
                    <a:pt x="0" y="27559"/>
                    <a:pt x="0" y="177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5248593" y="8258615"/>
            <a:ext cx="93304" cy="121040"/>
          </a:xfrm>
          <a:custGeom>
            <a:avLst/>
            <a:gdLst/>
            <a:ahLst/>
            <a:cxnLst/>
            <a:rect r="r" b="b" t="t" l="l"/>
            <a:pathLst>
              <a:path h="121040" w="93304">
                <a:moveTo>
                  <a:pt x="0" y="0"/>
                </a:moveTo>
                <a:lnTo>
                  <a:pt x="93304" y="0"/>
                </a:lnTo>
                <a:lnTo>
                  <a:pt x="93304" y="121040"/>
                </a:lnTo>
                <a:lnTo>
                  <a:pt x="0" y="121040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841139">
            <a:off x="13640562" y="5925312"/>
            <a:ext cx="957072" cy="893064"/>
            <a:chOff x="0" y="0"/>
            <a:chExt cx="1276096" cy="1190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276096" cy="1223645"/>
            </a:xfrm>
            <a:custGeom>
              <a:avLst/>
              <a:gdLst/>
              <a:ahLst/>
              <a:cxnLst/>
              <a:rect r="r" b="b" t="t" l="l"/>
              <a:pathLst>
                <a:path h="1223645" w="1276096">
                  <a:moveTo>
                    <a:pt x="991362" y="0"/>
                  </a:moveTo>
                  <a:lnTo>
                    <a:pt x="984504" y="3429"/>
                  </a:lnTo>
                  <a:cubicBezTo>
                    <a:pt x="947293" y="22479"/>
                    <a:pt x="917321" y="52959"/>
                    <a:pt x="899033" y="90551"/>
                  </a:cubicBezTo>
                  <a:lnTo>
                    <a:pt x="584073" y="825754"/>
                  </a:lnTo>
                  <a:lnTo>
                    <a:pt x="102616" y="692531"/>
                  </a:lnTo>
                  <a:cubicBezTo>
                    <a:pt x="110871" y="710692"/>
                    <a:pt x="102489" y="774192"/>
                    <a:pt x="74549" y="838581"/>
                  </a:cubicBezTo>
                  <a:cubicBezTo>
                    <a:pt x="49276" y="896493"/>
                    <a:pt x="19558" y="942340"/>
                    <a:pt x="0" y="955421"/>
                  </a:cubicBezTo>
                  <a:lnTo>
                    <a:pt x="615442" y="1172845"/>
                  </a:lnTo>
                  <a:cubicBezTo>
                    <a:pt x="616204" y="1173099"/>
                    <a:pt x="616966" y="1173353"/>
                    <a:pt x="617601" y="1173607"/>
                  </a:cubicBezTo>
                  <a:cubicBezTo>
                    <a:pt x="702564" y="1223645"/>
                    <a:pt x="795401" y="1157351"/>
                    <a:pt x="875665" y="1056767"/>
                  </a:cubicBezTo>
                  <a:lnTo>
                    <a:pt x="1276096" y="477647"/>
                  </a:lnTo>
                  <a:lnTo>
                    <a:pt x="99136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13540664" y="5818994"/>
            <a:ext cx="1152296" cy="1105700"/>
          </a:xfrm>
          <a:custGeom>
            <a:avLst/>
            <a:gdLst/>
            <a:ahLst/>
            <a:cxnLst/>
            <a:rect r="r" b="b" t="t" l="l"/>
            <a:pathLst>
              <a:path h="1105700" w="1152296">
                <a:moveTo>
                  <a:pt x="0" y="0"/>
                </a:moveTo>
                <a:lnTo>
                  <a:pt x="1152296" y="0"/>
                </a:lnTo>
                <a:lnTo>
                  <a:pt x="1152296" y="1105700"/>
                </a:lnTo>
                <a:lnTo>
                  <a:pt x="0" y="110570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-580860">
            <a:off x="13571220" y="6025134"/>
            <a:ext cx="78486" cy="735330"/>
            <a:chOff x="0" y="0"/>
            <a:chExt cx="104648" cy="980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4648" cy="980440"/>
            </a:xfrm>
            <a:custGeom>
              <a:avLst/>
              <a:gdLst/>
              <a:ahLst/>
              <a:cxnLst/>
              <a:rect r="r" b="b" t="t" l="l"/>
              <a:pathLst>
                <a:path h="980440" w="104648">
                  <a:moveTo>
                    <a:pt x="0" y="0"/>
                  </a:moveTo>
                  <a:lnTo>
                    <a:pt x="104648" y="0"/>
                  </a:lnTo>
                  <a:lnTo>
                    <a:pt x="104648" y="980440"/>
                  </a:lnTo>
                  <a:lnTo>
                    <a:pt x="0" y="98044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-580860">
            <a:off x="13533120" y="6031230"/>
            <a:ext cx="78486" cy="735330"/>
            <a:chOff x="0" y="0"/>
            <a:chExt cx="104648" cy="9804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4648" cy="980440"/>
            </a:xfrm>
            <a:custGeom>
              <a:avLst/>
              <a:gdLst/>
              <a:ahLst/>
              <a:cxnLst/>
              <a:rect r="r" b="b" t="t" l="l"/>
              <a:pathLst>
                <a:path h="980440" w="104648">
                  <a:moveTo>
                    <a:pt x="0" y="0"/>
                  </a:moveTo>
                  <a:lnTo>
                    <a:pt x="104648" y="0"/>
                  </a:lnTo>
                  <a:lnTo>
                    <a:pt x="104648" y="980440"/>
                  </a:lnTo>
                  <a:lnTo>
                    <a:pt x="0" y="98044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07" id="107"/>
          <p:cNvSpPr/>
          <p:nvPr/>
        </p:nvSpPr>
        <p:spPr>
          <a:xfrm flipH="false" flipV="false" rot="0">
            <a:off x="13092680" y="5352180"/>
            <a:ext cx="774962" cy="774407"/>
          </a:xfrm>
          <a:custGeom>
            <a:avLst/>
            <a:gdLst/>
            <a:ahLst/>
            <a:cxnLst/>
            <a:rect r="r" b="b" t="t" l="l"/>
            <a:pathLst>
              <a:path h="774407" w="774962">
                <a:moveTo>
                  <a:pt x="0" y="0"/>
                </a:moveTo>
                <a:lnTo>
                  <a:pt x="774962" y="0"/>
                </a:lnTo>
                <a:lnTo>
                  <a:pt x="774962" y="774408"/>
                </a:lnTo>
                <a:lnTo>
                  <a:pt x="0" y="77440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3060572" y="5362952"/>
            <a:ext cx="774407" cy="774962"/>
          </a:xfrm>
          <a:custGeom>
            <a:avLst/>
            <a:gdLst/>
            <a:ahLst/>
            <a:cxnLst/>
            <a:rect r="r" b="b" t="t" l="l"/>
            <a:pathLst>
              <a:path h="774962" w="774407">
                <a:moveTo>
                  <a:pt x="0" y="0"/>
                </a:moveTo>
                <a:lnTo>
                  <a:pt x="774408" y="0"/>
                </a:lnTo>
                <a:lnTo>
                  <a:pt x="774408" y="774962"/>
                </a:lnTo>
                <a:lnTo>
                  <a:pt x="0" y="774962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3422976" y="6217061"/>
            <a:ext cx="179787" cy="186999"/>
          </a:xfrm>
          <a:custGeom>
            <a:avLst/>
            <a:gdLst/>
            <a:ahLst/>
            <a:cxnLst/>
            <a:rect r="r" b="b" t="t" l="l"/>
            <a:pathLst>
              <a:path h="186999" w="179787">
                <a:moveTo>
                  <a:pt x="0" y="0"/>
                </a:moveTo>
                <a:lnTo>
                  <a:pt x="179788" y="0"/>
                </a:lnTo>
                <a:lnTo>
                  <a:pt x="179788" y="186999"/>
                </a:lnTo>
                <a:lnTo>
                  <a:pt x="0" y="18699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3419281" y="6213366"/>
            <a:ext cx="187178" cy="194390"/>
          </a:xfrm>
          <a:custGeom>
            <a:avLst/>
            <a:gdLst/>
            <a:ahLst/>
            <a:cxnLst/>
            <a:rect r="r" b="b" t="t" l="l"/>
            <a:pathLst>
              <a:path h="194390" w="187178">
                <a:moveTo>
                  <a:pt x="0" y="0"/>
                </a:moveTo>
                <a:lnTo>
                  <a:pt x="187178" y="0"/>
                </a:lnTo>
                <a:lnTo>
                  <a:pt x="187178" y="194389"/>
                </a:lnTo>
                <a:lnTo>
                  <a:pt x="0" y="194389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3443075" y="6261775"/>
            <a:ext cx="120724" cy="107203"/>
          </a:xfrm>
          <a:custGeom>
            <a:avLst/>
            <a:gdLst/>
            <a:ahLst/>
            <a:cxnLst/>
            <a:rect r="r" b="b" t="t" l="l"/>
            <a:pathLst>
              <a:path h="107203" w="120724">
                <a:moveTo>
                  <a:pt x="0" y="0"/>
                </a:moveTo>
                <a:lnTo>
                  <a:pt x="120724" y="0"/>
                </a:lnTo>
                <a:lnTo>
                  <a:pt x="120724" y="107203"/>
                </a:lnTo>
                <a:lnTo>
                  <a:pt x="0" y="107203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841139">
            <a:off x="13397484" y="6205728"/>
            <a:ext cx="92964" cy="3810"/>
            <a:chOff x="0" y="0"/>
            <a:chExt cx="123952" cy="50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3952" cy="5080"/>
            </a:xfrm>
            <a:custGeom>
              <a:avLst/>
              <a:gdLst/>
              <a:ahLst/>
              <a:cxnLst/>
              <a:rect r="r" b="b" t="t" l="l"/>
              <a:pathLst>
                <a:path h="5080" w="123952">
                  <a:moveTo>
                    <a:pt x="123952" y="0"/>
                  </a:moveTo>
                  <a:lnTo>
                    <a:pt x="0" y="5080"/>
                  </a:lnTo>
                  <a:lnTo>
                    <a:pt x="123952" y="0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841139">
            <a:off x="13469874" y="6268974"/>
            <a:ext cx="73152" cy="1524"/>
            <a:chOff x="0" y="0"/>
            <a:chExt cx="97536" cy="203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7536" cy="2032"/>
            </a:xfrm>
            <a:custGeom>
              <a:avLst/>
              <a:gdLst/>
              <a:ahLst/>
              <a:cxnLst/>
              <a:rect r="r" b="b" t="t" l="l"/>
              <a:pathLst>
                <a:path h="2032" w="97536">
                  <a:moveTo>
                    <a:pt x="97536" y="2032"/>
                  </a:moveTo>
                  <a:lnTo>
                    <a:pt x="0" y="0"/>
                  </a:lnTo>
                  <a:lnTo>
                    <a:pt x="97536" y="20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841139">
            <a:off x="14412468" y="5909310"/>
            <a:ext cx="814578" cy="851154"/>
            <a:chOff x="0" y="0"/>
            <a:chExt cx="1086104" cy="11348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-19431" y="0"/>
              <a:ext cx="1105535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05535">
                  <a:moveTo>
                    <a:pt x="808609" y="104140"/>
                  </a:moveTo>
                  <a:cubicBezTo>
                    <a:pt x="789940" y="50800"/>
                    <a:pt x="573532" y="36322"/>
                    <a:pt x="447548" y="50165"/>
                  </a:cubicBezTo>
                  <a:lnTo>
                    <a:pt x="390271" y="0"/>
                  </a:lnTo>
                  <a:cubicBezTo>
                    <a:pt x="284226" y="82931"/>
                    <a:pt x="159385" y="114427"/>
                    <a:pt x="159385" y="114427"/>
                  </a:cubicBezTo>
                  <a:lnTo>
                    <a:pt x="182245" y="164973"/>
                  </a:lnTo>
                  <a:cubicBezTo>
                    <a:pt x="182245" y="164973"/>
                    <a:pt x="182372" y="165227"/>
                    <a:pt x="182626" y="165608"/>
                  </a:cubicBezTo>
                  <a:cubicBezTo>
                    <a:pt x="143129" y="183134"/>
                    <a:pt x="70739" y="215519"/>
                    <a:pt x="23876" y="238379"/>
                  </a:cubicBezTo>
                  <a:cubicBezTo>
                    <a:pt x="0" y="425069"/>
                    <a:pt x="77851" y="871982"/>
                    <a:pt x="119634" y="1134872"/>
                  </a:cubicBezTo>
                  <a:cubicBezTo>
                    <a:pt x="119634" y="1134872"/>
                    <a:pt x="600837" y="913892"/>
                    <a:pt x="1105535" y="1055370"/>
                  </a:cubicBezTo>
                  <a:cubicBezTo>
                    <a:pt x="1105535" y="1055370"/>
                    <a:pt x="943991" y="491363"/>
                    <a:pt x="808482" y="1042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8" id="118"/>
          <p:cNvSpPr/>
          <p:nvPr/>
        </p:nvSpPr>
        <p:spPr>
          <a:xfrm flipH="false" flipV="false" rot="0">
            <a:off x="14317810" y="5819627"/>
            <a:ext cx="1003894" cy="1030520"/>
          </a:xfrm>
          <a:custGeom>
            <a:avLst/>
            <a:gdLst/>
            <a:ahLst/>
            <a:cxnLst/>
            <a:rect r="r" b="b" t="t" l="l"/>
            <a:pathLst>
              <a:path h="1030520" w="1003894">
                <a:moveTo>
                  <a:pt x="0" y="0"/>
                </a:moveTo>
                <a:lnTo>
                  <a:pt x="1003894" y="0"/>
                </a:lnTo>
                <a:lnTo>
                  <a:pt x="1003894" y="1030520"/>
                </a:lnTo>
                <a:lnTo>
                  <a:pt x="0" y="103052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15173328" y="6680138"/>
            <a:ext cx="417571" cy="503551"/>
          </a:xfrm>
          <a:custGeom>
            <a:avLst/>
            <a:gdLst/>
            <a:ahLst/>
            <a:cxnLst/>
            <a:rect r="r" b="b" t="t" l="l"/>
            <a:pathLst>
              <a:path h="503551" w="417571">
                <a:moveTo>
                  <a:pt x="0" y="0"/>
                </a:moveTo>
                <a:lnTo>
                  <a:pt x="417570" y="0"/>
                </a:lnTo>
                <a:lnTo>
                  <a:pt x="417570" y="503552"/>
                </a:lnTo>
                <a:lnTo>
                  <a:pt x="0" y="50355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15169643" y="6675588"/>
            <a:ext cx="425701" cy="511127"/>
          </a:xfrm>
          <a:custGeom>
            <a:avLst/>
            <a:gdLst/>
            <a:ahLst/>
            <a:cxnLst/>
            <a:rect r="r" b="b" t="t" l="l"/>
            <a:pathLst>
              <a:path h="511127" w="425701">
                <a:moveTo>
                  <a:pt x="0" y="0"/>
                </a:moveTo>
                <a:lnTo>
                  <a:pt x="425702" y="0"/>
                </a:lnTo>
                <a:lnTo>
                  <a:pt x="425702" y="511128"/>
                </a:lnTo>
                <a:lnTo>
                  <a:pt x="0" y="511128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15380551" y="7024208"/>
            <a:ext cx="126030" cy="144417"/>
          </a:xfrm>
          <a:custGeom>
            <a:avLst/>
            <a:gdLst/>
            <a:ahLst/>
            <a:cxnLst/>
            <a:rect r="r" b="b" t="t" l="l"/>
            <a:pathLst>
              <a:path h="144417" w="126030">
                <a:moveTo>
                  <a:pt x="0" y="0"/>
                </a:moveTo>
                <a:lnTo>
                  <a:pt x="126029" y="0"/>
                </a:lnTo>
                <a:lnTo>
                  <a:pt x="126029" y="144416"/>
                </a:lnTo>
                <a:lnTo>
                  <a:pt x="0" y="144416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841139">
            <a:off x="14804136" y="6051042"/>
            <a:ext cx="776478" cy="837438"/>
            <a:chOff x="0" y="0"/>
            <a:chExt cx="1035304" cy="11165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-16891" y="-12319"/>
              <a:ext cx="1052322" cy="1128903"/>
            </a:xfrm>
            <a:custGeom>
              <a:avLst/>
              <a:gdLst/>
              <a:ahLst/>
              <a:cxnLst/>
              <a:rect r="r" b="b" t="t" l="l"/>
              <a:pathLst>
                <a:path h="1128903" w="1052322">
                  <a:moveTo>
                    <a:pt x="752348" y="441198"/>
                  </a:moveTo>
                  <a:cubicBezTo>
                    <a:pt x="741299" y="418338"/>
                    <a:pt x="725297" y="399542"/>
                    <a:pt x="706247" y="385318"/>
                  </a:cubicBezTo>
                  <a:cubicBezTo>
                    <a:pt x="704342" y="383667"/>
                    <a:pt x="702310" y="382143"/>
                    <a:pt x="700278" y="380619"/>
                  </a:cubicBezTo>
                  <a:lnTo>
                    <a:pt x="251587" y="41910"/>
                  </a:lnTo>
                  <a:cubicBezTo>
                    <a:pt x="196088" y="0"/>
                    <a:pt x="118872" y="2921"/>
                    <a:pt x="66802" y="48641"/>
                  </a:cubicBezTo>
                  <a:cubicBezTo>
                    <a:pt x="2794" y="104775"/>
                    <a:pt x="0" y="203454"/>
                    <a:pt x="60706" y="263017"/>
                  </a:cubicBezTo>
                  <a:lnTo>
                    <a:pt x="516001" y="647827"/>
                  </a:lnTo>
                  <a:lnTo>
                    <a:pt x="770128" y="1128903"/>
                  </a:lnTo>
                  <a:cubicBezTo>
                    <a:pt x="768858" y="1115568"/>
                    <a:pt x="837946" y="1078738"/>
                    <a:pt x="909955" y="1049655"/>
                  </a:cubicBezTo>
                  <a:cubicBezTo>
                    <a:pt x="977138" y="1022477"/>
                    <a:pt x="1036193" y="1008253"/>
                    <a:pt x="1050671" y="1014984"/>
                  </a:cubicBezTo>
                  <a:lnTo>
                    <a:pt x="1052322" y="1014349"/>
                  </a:lnTo>
                  <a:lnTo>
                    <a:pt x="752348" y="44119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4" id="124"/>
          <p:cNvSpPr/>
          <p:nvPr/>
        </p:nvSpPr>
        <p:spPr>
          <a:xfrm flipH="false" flipV="false" rot="0">
            <a:off x="14710480" y="5965781"/>
            <a:ext cx="963791" cy="1008722"/>
          </a:xfrm>
          <a:custGeom>
            <a:avLst/>
            <a:gdLst/>
            <a:ahLst/>
            <a:cxnLst/>
            <a:rect r="r" b="b" t="t" l="l"/>
            <a:pathLst>
              <a:path h="1008722" w="963791">
                <a:moveTo>
                  <a:pt x="0" y="0"/>
                </a:moveTo>
                <a:lnTo>
                  <a:pt x="963790" y="0"/>
                </a:lnTo>
                <a:lnTo>
                  <a:pt x="963790" y="1008722"/>
                </a:lnTo>
                <a:lnTo>
                  <a:pt x="0" y="1008722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841139">
            <a:off x="14623542" y="5912358"/>
            <a:ext cx="198882" cy="87630"/>
            <a:chOff x="0" y="0"/>
            <a:chExt cx="265176" cy="1168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65176" cy="144145"/>
            </a:xfrm>
            <a:custGeom>
              <a:avLst/>
              <a:gdLst/>
              <a:ahLst/>
              <a:cxnLst/>
              <a:rect r="r" b="b" t="t" l="l"/>
              <a:pathLst>
                <a:path h="144145" w="265176">
                  <a:moveTo>
                    <a:pt x="0" y="114300"/>
                  </a:moveTo>
                  <a:cubicBezTo>
                    <a:pt x="0" y="114300"/>
                    <a:pt x="100838" y="144145"/>
                    <a:pt x="265176" y="0"/>
                  </a:cubicBezTo>
                  <a:lnTo>
                    <a:pt x="0" y="114300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841139">
            <a:off x="14620494" y="5909310"/>
            <a:ext cx="204978" cy="94488"/>
            <a:chOff x="0" y="0"/>
            <a:chExt cx="273304" cy="1259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508" y="-508"/>
              <a:ext cx="274320" cy="142748"/>
            </a:xfrm>
            <a:custGeom>
              <a:avLst/>
              <a:gdLst/>
              <a:ahLst/>
              <a:cxnLst/>
              <a:rect r="r" b="b" t="t" l="l"/>
              <a:pathLst>
                <a:path h="142748" w="274320">
                  <a:moveTo>
                    <a:pt x="30480" y="126492"/>
                  </a:moveTo>
                  <a:cubicBezTo>
                    <a:pt x="13970" y="126492"/>
                    <a:pt x="4826" y="123952"/>
                    <a:pt x="3556" y="123571"/>
                  </a:cubicBezTo>
                  <a:cubicBezTo>
                    <a:pt x="1397" y="122936"/>
                    <a:pt x="0" y="120523"/>
                    <a:pt x="762" y="118364"/>
                  </a:cubicBezTo>
                  <a:cubicBezTo>
                    <a:pt x="1524" y="116205"/>
                    <a:pt x="3683" y="114808"/>
                    <a:pt x="5969" y="115443"/>
                  </a:cubicBezTo>
                  <a:cubicBezTo>
                    <a:pt x="6858" y="115697"/>
                    <a:pt x="106807" y="142748"/>
                    <a:pt x="266827" y="1524"/>
                  </a:cubicBezTo>
                  <a:cubicBezTo>
                    <a:pt x="268605" y="0"/>
                    <a:pt x="271272" y="127"/>
                    <a:pt x="272796" y="1905"/>
                  </a:cubicBezTo>
                  <a:cubicBezTo>
                    <a:pt x="274320" y="3683"/>
                    <a:pt x="274193" y="6350"/>
                    <a:pt x="272415" y="7874"/>
                  </a:cubicBezTo>
                  <a:cubicBezTo>
                    <a:pt x="155702" y="110871"/>
                    <a:pt x="71120" y="126492"/>
                    <a:pt x="30480" y="1264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2910840" y="8554357"/>
            <a:ext cx="1264920" cy="354290"/>
            <a:chOff x="0" y="0"/>
            <a:chExt cx="1686560" cy="47238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450340" y="0"/>
                  </a:moveTo>
                  <a:lnTo>
                    <a:pt x="1686560" y="0"/>
                  </a:lnTo>
                  <a:lnTo>
                    <a:pt x="1450340" y="236220"/>
                  </a:lnTo>
                  <a:lnTo>
                    <a:pt x="1686560" y="472440"/>
                  </a:lnTo>
                  <a:lnTo>
                    <a:pt x="1450340" y="472440"/>
                  </a:lnTo>
                  <a:lnTo>
                    <a:pt x="1214120" y="236220"/>
                  </a:lnTo>
                  <a:close/>
                  <a:moveTo>
                    <a:pt x="1045591" y="0"/>
                  </a:moveTo>
                  <a:lnTo>
                    <a:pt x="1281811" y="0"/>
                  </a:lnTo>
                  <a:lnTo>
                    <a:pt x="1045591" y="236220"/>
                  </a:lnTo>
                  <a:lnTo>
                    <a:pt x="1281811" y="472440"/>
                  </a:lnTo>
                  <a:lnTo>
                    <a:pt x="1045591" y="472440"/>
                  </a:lnTo>
                  <a:lnTo>
                    <a:pt x="809498" y="236220"/>
                  </a:lnTo>
                  <a:close/>
                  <a:moveTo>
                    <a:pt x="640969" y="0"/>
                  </a:moveTo>
                  <a:lnTo>
                    <a:pt x="877189" y="0"/>
                  </a:lnTo>
                  <a:lnTo>
                    <a:pt x="640969" y="236220"/>
                  </a:lnTo>
                  <a:lnTo>
                    <a:pt x="877189" y="472440"/>
                  </a:lnTo>
                  <a:lnTo>
                    <a:pt x="640969" y="472440"/>
                  </a:lnTo>
                  <a:lnTo>
                    <a:pt x="404749" y="236220"/>
                  </a:lnTo>
                  <a:close/>
                  <a:moveTo>
                    <a:pt x="236220" y="0"/>
                  </a:moveTo>
                  <a:lnTo>
                    <a:pt x="472440" y="0"/>
                  </a:lnTo>
                  <a:lnTo>
                    <a:pt x="236220" y="236220"/>
                  </a:lnTo>
                  <a:lnTo>
                    <a:pt x="472440" y="472440"/>
                  </a:lnTo>
                  <a:lnTo>
                    <a:pt x="236220" y="472440"/>
                  </a:lnTo>
                  <a:lnTo>
                    <a:pt x="0" y="23622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2651760" y="2478262"/>
            <a:ext cx="8267101" cy="993600"/>
            <a:chOff x="0" y="0"/>
            <a:chExt cx="11022802" cy="13248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022838" cy="1324864"/>
            </a:xfrm>
            <a:custGeom>
              <a:avLst/>
              <a:gdLst/>
              <a:ahLst/>
              <a:cxnLst/>
              <a:rect r="r" b="b" t="t" l="l"/>
              <a:pathLst>
                <a:path h="1324864" w="11022838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801985" y="0"/>
                  </a:lnTo>
                  <a:cubicBezTo>
                    <a:pt x="10923905" y="0"/>
                    <a:pt x="11022838" y="98806"/>
                    <a:pt x="11022838" y="220853"/>
                  </a:cubicBezTo>
                  <a:lnTo>
                    <a:pt x="11022838" y="1104011"/>
                  </a:lnTo>
                  <a:cubicBezTo>
                    <a:pt x="11022838" y="1225931"/>
                    <a:pt x="10924032" y="1324864"/>
                    <a:pt x="10801985" y="1324864"/>
                  </a:cubicBezTo>
                  <a:lnTo>
                    <a:pt x="220853" y="1324864"/>
                  </a:lnTo>
                  <a:cubicBezTo>
                    <a:pt x="98806" y="1324737"/>
                    <a:pt x="0" y="1225931"/>
                    <a:pt x="0" y="1104011"/>
                  </a:cubicBezTo>
                  <a:close/>
                </a:path>
              </a:pathLst>
            </a:custGeom>
            <a:gradFill rotWithShape="true">
              <a:gsLst>
                <a:gs pos="30000">
                  <a:srgbClr val="FFFFFE">
                    <a:alpha val="100000"/>
                  </a:srgbClr>
                </a:gs>
                <a:gs pos="64000">
                  <a:srgbClr val="FFFFF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2651760" y="3604831"/>
            <a:ext cx="8267101" cy="993600"/>
            <a:chOff x="0" y="0"/>
            <a:chExt cx="11022802" cy="13248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022838" cy="1324864"/>
            </a:xfrm>
            <a:custGeom>
              <a:avLst/>
              <a:gdLst/>
              <a:ahLst/>
              <a:cxnLst/>
              <a:rect r="r" b="b" t="t" l="l"/>
              <a:pathLst>
                <a:path h="1324864" w="11022838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801985" y="0"/>
                  </a:lnTo>
                  <a:cubicBezTo>
                    <a:pt x="10923905" y="0"/>
                    <a:pt x="11022838" y="98806"/>
                    <a:pt x="11022838" y="220853"/>
                  </a:cubicBezTo>
                  <a:lnTo>
                    <a:pt x="11022838" y="1104011"/>
                  </a:lnTo>
                  <a:cubicBezTo>
                    <a:pt x="11022838" y="1225931"/>
                    <a:pt x="10924032" y="1324864"/>
                    <a:pt x="10801985" y="1324864"/>
                  </a:cubicBezTo>
                  <a:lnTo>
                    <a:pt x="220853" y="1324864"/>
                  </a:lnTo>
                  <a:cubicBezTo>
                    <a:pt x="98806" y="1324737"/>
                    <a:pt x="0" y="1225931"/>
                    <a:pt x="0" y="1104011"/>
                  </a:cubicBezTo>
                  <a:close/>
                </a:path>
              </a:pathLst>
            </a:custGeom>
            <a:gradFill rotWithShape="true">
              <a:gsLst>
                <a:gs pos="30000">
                  <a:srgbClr val="FFFFFE">
                    <a:alpha val="100000"/>
                  </a:srgbClr>
                </a:gs>
                <a:gs pos="64000">
                  <a:srgbClr val="FFFFF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2651760" y="4731401"/>
            <a:ext cx="8267101" cy="993600"/>
            <a:chOff x="0" y="0"/>
            <a:chExt cx="11022802" cy="1324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022838" cy="1324864"/>
            </a:xfrm>
            <a:custGeom>
              <a:avLst/>
              <a:gdLst/>
              <a:ahLst/>
              <a:cxnLst/>
              <a:rect r="r" b="b" t="t" l="l"/>
              <a:pathLst>
                <a:path h="1324864" w="11022838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801985" y="0"/>
                  </a:lnTo>
                  <a:cubicBezTo>
                    <a:pt x="10923905" y="0"/>
                    <a:pt x="11022838" y="98806"/>
                    <a:pt x="11022838" y="220853"/>
                  </a:cubicBezTo>
                  <a:lnTo>
                    <a:pt x="11022838" y="1104011"/>
                  </a:lnTo>
                  <a:cubicBezTo>
                    <a:pt x="11022838" y="1225931"/>
                    <a:pt x="10924032" y="1324864"/>
                    <a:pt x="10801985" y="1324864"/>
                  </a:cubicBezTo>
                  <a:lnTo>
                    <a:pt x="220853" y="1324864"/>
                  </a:lnTo>
                  <a:cubicBezTo>
                    <a:pt x="98806" y="1324737"/>
                    <a:pt x="0" y="1225931"/>
                    <a:pt x="0" y="1104011"/>
                  </a:cubicBezTo>
                  <a:close/>
                </a:path>
              </a:pathLst>
            </a:custGeom>
            <a:gradFill rotWithShape="true">
              <a:gsLst>
                <a:gs pos="30000">
                  <a:srgbClr val="FFFFFE">
                    <a:alpha val="100000"/>
                  </a:srgbClr>
                </a:gs>
                <a:gs pos="64000">
                  <a:srgbClr val="FFFFF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2651760" y="5857970"/>
            <a:ext cx="8267101" cy="993600"/>
            <a:chOff x="0" y="0"/>
            <a:chExt cx="11022802" cy="13248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022838" cy="1324864"/>
            </a:xfrm>
            <a:custGeom>
              <a:avLst/>
              <a:gdLst/>
              <a:ahLst/>
              <a:cxnLst/>
              <a:rect r="r" b="b" t="t" l="l"/>
              <a:pathLst>
                <a:path h="1324864" w="11022838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801985" y="0"/>
                  </a:lnTo>
                  <a:cubicBezTo>
                    <a:pt x="10923905" y="0"/>
                    <a:pt x="11022838" y="98806"/>
                    <a:pt x="11022838" y="220853"/>
                  </a:cubicBezTo>
                  <a:lnTo>
                    <a:pt x="11022838" y="1104011"/>
                  </a:lnTo>
                  <a:cubicBezTo>
                    <a:pt x="11022838" y="1225931"/>
                    <a:pt x="10924032" y="1324864"/>
                    <a:pt x="10801985" y="1324864"/>
                  </a:cubicBezTo>
                  <a:lnTo>
                    <a:pt x="220853" y="1324864"/>
                  </a:lnTo>
                  <a:cubicBezTo>
                    <a:pt x="98806" y="1324737"/>
                    <a:pt x="0" y="1225931"/>
                    <a:pt x="0" y="1104011"/>
                  </a:cubicBezTo>
                  <a:close/>
                </a:path>
              </a:pathLst>
            </a:custGeom>
            <a:gradFill rotWithShape="true">
              <a:gsLst>
                <a:gs pos="30000">
                  <a:srgbClr val="FFFFFE">
                    <a:alpha val="100000"/>
                  </a:srgbClr>
                </a:gs>
                <a:gs pos="64000">
                  <a:srgbClr val="FFFFF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2651760" y="6984540"/>
            <a:ext cx="8267101" cy="993600"/>
            <a:chOff x="0" y="0"/>
            <a:chExt cx="11022802" cy="13248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1022838" cy="1324864"/>
            </a:xfrm>
            <a:custGeom>
              <a:avLst/>
              <a:gdLst/>
              <a:ahLst/>
              <a:cxnLst/>
              <a:rect r="r" b="b" t="t" l="l"/>
              <a:pathLst>
                <a:path h="1324864" w="11022838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801985" y="0"/>
                  </a:lnTo>
                  <a:cubicBezTo>
                    <a:pt x="10923905" y="0"/>
                    <a:pt x="11022838" y="98806"/>
                    <a:pt x="11022838" y="220853"/>
                  </a:cubicBezTo>
                  <a:lnTo>
                    <a:pt x="11022838" y="1104011"/>
                  </a:lnTo>
                  <a:cubicBezTo>
                    <a:pt x="11022838" y="1225931"/>
                    <a:pt x="10924032" y="1324864"/>
                    <a:pt x="10801985" y="1324864"/>
                  </a:cubicBezTo>
                  <a:lnTo>
                    <a:pt x="220853" y="1324864"/>
                  </a:lnTo>
                  <a:cubicBezTo>
                    <a:pt x="98806" y="1324737"/>
                    <a:pt x="0" y="1225931"/>
                    <a:pt x="0" y="1104011"/>
                  </a:cubicBezTo>
                  <a:close/>
                </a:path>
              </a:pathLst>
            </a:custGeom>
            <a:gradFill rotWithShape="true">
              <a:gsLst>
                <a:gs pos="30000">
                  <a:srgbClr val="FFFFFE">
                    <a:alpha val="100000"/>
                  </a:srgbClr>
                </a:gs>
                <a:gs pos="64000">
                  <a:srgbClr val="FFFFF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1253216" y="2956560"/>
            <a:ext cx="4107180" cy="1297686"/>
            <a:chOff x="0" y="0"/>
            <a:chExt cx="5476240" cy="173024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476240" cy="1730248"/>
            </a:xfrm>
            <a:custGeom>
              <a:avLst/>
              <a:gdLst/>
              <a:ahLst/>
              <a:cxnLst/>
              <a:rect r="r" b="b" t="t" l="l"/>
              <a:pathLst>
                <a:path h="1730248" w="5476240">
                  <a:moveTo>
                    <a:pt x="0" y="0"/>
                  </a:moveTo>
                  <a:lnTo>
                    <a:pt x="5476240" y="0"/>
                  </a:lnTo>
                  <a:lnTo>
                    <a:pt x="5476240" y="1730248"/>
                  </a:lnTo>
                  <a:lnTo>
                    <a:pt x="0" y="1730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5476240" cy="173024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279"/>
                </a:lnSpc>
              </a:pPr>
              <a:r>
                <a:rPr lang="en-US" sz="68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Contents 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2896554" y="2595127"/>
            <a:ext cx="1551528" cy="759870"/>
            <a:chOff x="0" y="0"/>
            <a:chExt cx="2068704" cy="10131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068704" cy="1013160"/>
            </a:xfrm>
            <a:custGeom>
              <a:avLst/>
              <a:gdLst/>
              <a:ahLst/>
              <a:cxnLst/>
              <a:rect r="r" b="b" t="t" l="l"/>
              <a:pathLst>
                <a:path h="1013160" w="2068704">
                  <a:moveTo>
                    <a:pt x="0" y="0"/>
                  </a:moveTo>
                  <a:lnTo>
                    <a:pt x="2068704" y="0"/>
                  </a:lnTo>
                  <a:lnTo>
                    <a:pt x="2068704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2068704" cy="1022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335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4968240" y="2595127"/>
            <a:ext cx="5552383" cy="759870"/>
            <a:chOff x="0" y="0"/>
            <a:chExt cx="7403178" cy="101316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403178" cy="1013160"/>
            </a:xfrm>
            <a:custGeom>
              <a:avLst/>
              <a:gdLst/>
              <a:ahLst/>
              <a:cxnLst/>
              <a:rect r="r" b="b" t="t" l="l"/>
              <a:pathLst>
                <a:path h="1013160" w="7403178">
                  <a:moveTo>
                    <a:pt x="0" y="0"/>
                  </a:moveTo>
                  <a:lnTo>
                    <a:pt x="7403178" y="0"/>
                  </a:lnTo>
                  <a:lnTo>
                    <a:pt x="7403178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7403178" cy="1013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Overview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2896554" y="3721697"/>
            <a:ext cx="1551528" cy="759870"/>
            <a:chOff x="0" y="0"/>
            <a:chExt cx="2068704" cy="10131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68704" cy="1013160"/>
            </a:xfrm>
            <a:custGeom>
              <a:avLst/>
              <a:gdLst/>
              <a:ahLst/>
              <a:cxnLst/>
              <a:rect r="r" b="b" t="t" l="l"/>
              <a:pathLst>
                <a:path h="1013160" w="2068704">
                  <a:moveTo>
                    <a:pt x="0" y="0"/>
                  </a:moveTo>
                  <a:lnTo>
                    <a:pt x="2068704" y="0"/>
                  </a:lnTo>
                  <a:lnTo>
                    <a:pt x="2068704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9525"/>
              <a:ext cx="2068704" cy="1022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335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4968240" y="3721697"/>
            <a:ext cx="5552383" cy="759870"/>
            <a:chOff x="0" y="0"/>
            <a:chExt cx="7403178" cy="101316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403178" cy="1013160"/>
            </a:xfrm>
            <a:custGeom>
              <a:avLst/>
              <a:gdLst/>
              <a:ahLst/>
              <a:cxnLst/>
              <a:rect r="r" b="b" t="t" l="l"/>
              <a:pathLst>
                <a:path h="1013160" w="7403178">
                  <a:moveTo>
                    <a:pt x="0" y="0"/>
                  </a:moveTo>
                  <a:lnTo>
                    <a:pt x="7403178" y="0"/>
                  </a:lnTo>
                  <a:lnTo>
                    <a:pt x="7403178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7403178" cy="1013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Core Features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2896554" y="4848266"/>
            <a:ext cx="1551528" cy="759870"/>
            <a:chOff x="0" y="0"/>
            <a:chExt cx="2068704" cy="101316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068704" cy="1013160"/>
            </a:xfrm>
            <a:custGeom>
              <a:avLst/>
              <a:gdLst/>
              <a:ahLst/>
              <a:cxnLst/>
              <a:rect r="r" b="b" t="t" l="l"/>
              <a:pathLst>
                <a:path h="1013160" w="2068704">
                  <a:moveTo>
                    <a:pt x="0" y="0"/>
                  </a:moveTo>
                  <a:lnTo>
                    <a:pt x="2068704" y="0"/>
                  </a:lnTo>
                  <a:lnTo>
                    <a:pt x="2068704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2068704" cy="1022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335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4968240" y="4848266"/>
            <a:ext cx="5552383" cy="759870"/>
            <a:chOff x="0" y="0"/>
            <a:chExt cx="7403178" cy="101316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403178" cy="1013160"/>
            </a:xfrm>
            <a:custGeom>
              <a:avLst/>
              <a:gdLst/>
              <a:ahLst/>
              <a:cxnLst/>
              <a:rect r="r" b="b" t="t" l="l"/>
              <a:pathLst>
                <a:path h="1013160" w="7403178">
                  <a:moveTo>
                    <a:pt x="0" y="0"/>
                  </a:moveTo>
                  <a:lnTo>
                    <a:pt x="7403178" y="0"/>
                  </a:lnTo>
                  <a:lnTo>
                    <a:pt x="7403178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0"/>
              <a:ext cx="7403178" cy="1013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Tech Stack Overview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2896554" y="5974836"/>
            <a:ext cx="1551528" cy="759870"/>
            <a:chOff x="0" y="0"/>
            <a:chExt cx="2068704" cy="101316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068704" cy="1013160"/>
            </a:xfrm>
            <a:custGeom>
              <a:avLst/>
              <a:gdLst/>
              <a:ahLst/>
              <a:cxnLst/>
              <a:rect r="r" b="b" t="t" l="l"/>
              <a:pathLst>
                <a:path h="1013160" w="2068704">
                  <a:moveTo>
                    <a:pt x="0" y="0"/>
                  </a:moveTo>
                  <a:lnTo>
                    <a:pt x="2068704" y="0"/>
                  </a:lnTo>
                  <a:lnTo>
                    <a:pt x="2068704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9525"/>
              <a:ext cx="2068704" cy="1022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335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4968240" y="5974836"/>
            <a:ext cx="5552383" cy="759870"/>
            <a:chOff x="0" y="0"/>
            <a:chExt cx="7403178" cy="101316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7403178" cy="1013160"/>
            </a:xfrm>
            <a:custGeom>
              <a:avLst/>
              <a:gdLst/>
              <a:ahLst/>
              <a:cxnLst/>
              <a:rect r="r" b="b" t="t" l="l"/>
              <a:pathLst>
                <a:path h="1013160" w="7403178">
                  <a:moveTo>
                    <a:pt x="0" y="0"/>
                  </a:moveTo>
                  <a:lnTo>
                    <a:pt x="7403178" y="0"/>
                  </a:lnTo>
                  <a:lnTo>
                    <a:pt x="7403178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7403178" cy="1013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Demo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2896554" y="7101406"/>
            <a:ext cx="1551528" cy="759870"/>
            <a:chOff x="0" y="0"/>
            <a:chExt cx="2068704" cy="101316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068704" cy="1013160"/>
            </a:xfrm>
            <a:custGeom>
              <a:avLst/>
              <a:gdLst/>
              <a:ahLst/>
              <a:cxnLst/>
              <a:rect r="r" b="b" t="t" l="l"/>
              <a:pathLst>
                <a:path h="1013160" w="2068704">
                  <a:moveTo>
                    <a:pt x="0" y="0"/>
                  </a:moveTo>
                  <a:lnTo>
                    <a:pt x="2068704" y="0"/>
                  </a:lnTo>
                  <a:lnTo>
                    <a:pt x="2068704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9525"/>
              <a:ext cx="2068704" cy="1022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335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4968240" y="7101406"/>
            <a:ext cx="5552383" cy="759870"/>
            <a:chOff x="0" y="0"/>
            <a:chExt cx="7403178" cy="101316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7403178" cy="1013160"/>
            </a:xfrm>
            <a:custGeom>
              <a:avLst/>
              <a:gdLst/>
              <a:ahLst/>
              <a:cxnLst/>
              <a:rect r="r" b="b" t="t" l="l"/>
              <a:pathLst>
                <a:path h="1013160" w="7403178">
                  <a:moveTo>
                    <a:pt x="0" y="0"/>
                  </a:moveTo>
                  <a:lnTo>
                    <a:pt x="7403178" y="0"/>
                  </a:lnTo>
                  <a:lnTo>
                    <a:pt x="7403178" y="1013160"/>
                  </a:lnTo>
                  <a:lnTo>
                    <a:pt x="0" y="1013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7403178" cy="1013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Q&amp;A</a:t>
              </a:r>
            </a:p>
          </p:txBody>
        </p:sp>
      </p:grpSp>
      <p:sp>
        <p:nvSpPr>
          <p:cNvPr name="TextBox 174" id="17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19507200" y="0"/>
                  </a:moveTo>
                  <a:lnTo>
                    <a:pt x="0" y="0"/>
                  </a:lnTo>
                  <a:lnTo>
                    <a:pt x="0" y="1404747"/>
                  </a:lnTo>
                  <a:lnTo>
                    <a:pt x="1950720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12880" y="8554357"/>
            <a:ext cx="1264920" cy="354290"/>
            <a:chOff x="0" y="0"/>
            <a:chExt cx="1686560" cy="472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686560" y="0"/>
                  </a:moveTo>
                  <a:lnTo>
                    <a:pt x="1450848" y="0"/>
                  </a:lnTo>
                  <a:lnTo>
                    <a:pt x="1214120" y="235712"/>
                  </a:lnTo>
                  <a:lnTo>
                    <a:pt x="1450848" y="472440"/>
                  </a:lnTo>
                  <a:lnTo>
                    <a:pt x="1686560" y="472440"/>
                  </a:lnTo>
                  <a:lnTo>
                    <a:pt x="1450848" y="235712"/>
                  </a:lnTo>
                  <a:lnTo>
                    <a:pt x="1686560" y="0"/>
                  </a:lnTo>
                  <a:close/>
                  <a:moveTo>
                    <a:pt x="1282192" y="0"/>
                  </a:moveTo>
                  <a:lnTo>
                    <a:pt x="1045464" y="0"/>
                  </a:lnTo>
                  <a:lnTo>
                    <a:pt x="809752" y="235712"/>
                  </a:lnTo>
                  <a:lnTo>
                    <a:pt x="1045464" y="472440"/>
                  </a:lnTo>
                  <a:lnTo>
                    <a:pt x="1282192" y="472440"/>
                  </a:lnTo>
                  <a:lnTo>
                    <a:pt x="1045464" y="235712"/>
                  </a:lnTo>
                  <a:lnTo>
                    <a:pt x="1282192" y="0"/>
                  </a:lnTo>
                  <a:close/>
                  <a:moveTo>
                    <a:pt x="876808" y="0"/>
                  </a:moveTo>
                  <a:lnTo>
                    <a:pt x="641096" y="0"/>
                  </a:lnTo>
                  <a:lnTo>
                    <a:pt x="404368" y="235712"/>
                  </a:lnTo>
                  <a:lnTo>
                    <a:pt x="641096" y="472440"/>
                  </a:lnTo>
                  <a:lnTo>
                    <a:pt x="876808" y="472440"/>
                  </a:lnTo>
                  <a:lnTo>
                    <a:pt x="641096" y="235712"/>
                  </a:lnTo>
                  <a:lnTo>
                    <a:pt x="876808" y="0"/>
                  </a:lnTo>
                  <a:close/>
                  <a:moveTo>
                    <a:pt x="472440" y="0"/>
                  </a:moveTo>
                  <a:lnTo>
                    <a:pt x="235712" y="0"/>
                  </a:lnTo>
                  <a:lnTo>
                    <a:pt x="0" y="235712"/>
                  </a:lnTo>
                  <a:lnTo>
                    <a:pt x="235712" y="472440"/>
                  </a:lnTo>
                  <a:lnTo>
                    <a:pt x="472440" y="472440"/>
                  </a:lnTo>
                  <a:lnTo>
                    <a:pt x="235712" y="235712"/>
                  </a:lnTo>
                  <a:lnTo>
                    <a:pt x="4724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845969" y="2659147"/>
            <a:ext cx="5380391" cy="4848863"/>
          </a:xfrm>
          <a:custGeom>
            <a:avLst/>
            <a:gdLst/>
            <a:ahLst/>
            <a:cxnLst/>
            <a:rect r="r" b="b" t="t" l="l"/>
            <a:pathLst>
              <a:path h="4848863" w="5380391">
                <a:moveTo>
                  <a:pt x="0" y="0"/>
                </a:moveTo>
                <a:lnTo>
                  <a:pt x="5380391" y="0"/>
                </a:lnTo>
                <a:lnTo>
                  <a:pt x="5380391" y="4848863"/>
                </a:lnTo>
                <a:lnTo>
                  <a:pt x="0" y="48488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149937" y="6134172"/>
            <a:ext cx="4662516" cy="2237232"/>
            <a:chOff x="0" y="0"/>
            <a:chExt cx="6216688" cy="29829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6196330" cy="2962656"/>
            </a:xfrm>
            <a:custGeom>
              <a:avLst/>
              <a:gdLst/>
              <a:ahLst/>
              <a:cxnLst/>
              <a:rect r="r" b="b" t="t" l="l"/>
              <a:pathLst>
                <a:path h="2962656" w="6196330">
                  <a:moveTo>
                    <a:pt x="0" y="0"/>
                  </a:moveTo>
                  <a:lnTo>
                    <a:pt x="6196330" y="0"/>
                  </a:lnTo>
                  <a:lnTo>
                    <a:pt x="619633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6650" cy="2982976"/>
            </a:xfrm>
            <a:custGeom>
              <a:avLst/>
              <a:gdLst/>
              <a:ahLst/>
              <a:cxnLst/>
              <a:rect r="r" b="b" t="t" l="l"/>
              <a:pathLst>
                <a:path h="2982976" w="6216650">
                  <a:moveTo>
                    <a:pt x="10160" y="0"/>
                  </a:moveTo>
                  <a:lnTo>
                    <a:pt x="6206490" y="0"/>
                  </a:lnTo>
                  <a:cubicBezTo>
                    <a:pt x="6212078" y="0"/>
                    <a:pt x="6216650" y="4572"/>
                    <a:pt x="6216650" y="10160"/>
                  </a:cubicBezTo>
                  <a:lnTo>
                    <a:pt x="6216650" y="2972816"/>
                  </a:lnTo>
                  <a:cubicBezTo>
                    <a:pt x="6216650" y="2978404"/>
                    <a:pt x="6212078" y="2982976"/>
                    <a:pt x="6206490" y="2982976"/>
                  </a:cubicBezTo>
                  <a:lnTo>
                    <a:pt x="10160" y="2982976"/>
                  </a:lnTo>
                  <a:cubicBezTo>
                    <a:pt x="4572" y="2982976"/>
                    <a:pt x="0" y="2978404"/>
                    <a:pt x="0" y="297281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2972816"/>
                  </a:lnTo>
                  <a:lnTo>
                    <a:pt x="10160" y="2972816"/>
                  </a:lnTo>
                  <a:lnTo>
                    <a:pt x="10160" y="2962656"/>
                  </a:lnTo>
                  <a:lnTo>
                    <a:pt x="6206490" y="2962656"/>
                  </a:lnTo>
                  <a:lnTo>
                    <a:pt x="6206490" y="2972816"/>
                  </a:lnTo>
                  <a:lnTo>
                    <a:pt x="6196330" y="2972816"/>
                  </a:lnTo>
                  <a:lnTo>
                    <a:pt x="6196330" y="10160"/>
                  </a:lnTo>
                  <a:lnTo>
                    <a:pt x="6206490" y="10160"/>
                  </a:lnTo>
                  <a:lnTo>
                    <a:pt x="620649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54636" y="6472892"/>
            <a:ext cx="4653120" cy="20909"/>
            <a:chOff x="0" y="0"/>
            <a:chExt cx="6204160" cy="278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204" cy="27940"/>
            </a:xfrm>
            <a:custGeom>
              <a:avLst/>
              <a:gdLst/>
              <a:ahLst/>
              <a:cxnLst/>
              <a:rect r="r" b="b" t="t" l="l"/>
              <a:pathLst>
                <a:path h="27940" w="6204204">
                  <a:moveTo>
                    <a:pt x="6200267" y="27940"/>
                  </a:moveTo>
                  <a:lnTo>
                    <a:pt x="3937" y="27940"/>
                  </a:lnTo>
                  <a:cubicBezTo>
                    <a:pt x="1778" y="27940"/>
                    <a:pt x="0" y="21590"/>
                    <a:pt x="0" y="13970"/>
                  </a:cubicBezTo>
                  <a:cubicBezTo>
                    <a:pt x="0" y="6350"/>
                    <a:pt x="1778" y="0"/>
                    <a:pt x="3937" y="0"/>
                  </a:cubicBezTo>
                  <a:lnTo>
                    <a:pt x="6200267" y="0"/>
                  </a:lnTo>
                  <a:cubicBezTo>
                    <a:pt x="6202426" y="0"/>
                    <a:pt x="6204204" y="6223"/>
                    <a:pt x="6204204" y="13970"/>
                  </a:cubicBezTo>
                  <a:cubicBezTo>
                    <a:pt x="6204204" y="21717"/>
                    <a:pt x="6202426" y="27940"/>
                    <a:pt x="6200267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52968" y="6223599"/>
            <a:ext cx="163028" cy="163028"/>
            <a:chOff x="0" y="0"/>
            <a:chExt cx="217371" cy="2173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0204" y="6223528"/>
            <a:ext cx="163028" cy="163028"/>
            <a:chOff x="0" y="0"/>
            <a:chExt cx="217371" cy="2173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07825" y="6223592"/>
            <a:ext cx="163028" cy="163028"/>
            <a:chOff x="0" y="0"/>
            <a:chExt cx="217371" cy="217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62001" y="7014155"/>
            <a:ext cx="642190" cy="642276"/>
            <a:chOff x="0" y="0"/>
            <a:chExt cx="856253" cy="856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81499" y="7124797"/>
            <a:ext cx="653620" cy="653706"/>
            <a:chOff x="0" y="0"/>
            <a:chExt cx="871493" cy="871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7620" y="762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474" cy="871601"/>
            </a:xfrm>
            <a:custGeom>
              <a:avLst/>
              <a:gdLst/>
              <a:ahLst/>
              <a:cxnLst/>
              <a:rect r="r" b="b" t="t" l="l"/>
              <a:pathLst>
                <a:path h="871601" w="871474">
                  <a:moveTo>
                    <a:pt x="7620" y="0"/>
                  </a:moveTo>
                  <a:lnTo>
                    <a:pt x="863854" y="0"/>
                  </a:lnTo>
                  <a:cubicBezTo>
                    <a:pt x="868045" y="0"/>
                    <a:pt x="871474" y="3429"/>
                    <a:pt x="871474" y="7620"/>
                  </a:cubicBezTo>
                  <a:lnTo>
                    <a:pt x="871474" y="863981"/>
                  </a:lnTo>
                  <a:cubicBezTo>
                    <a:pt x="871474" y="868172"/>
                    <a:pt x="868045" y="871601"/>
                    <a:pt x="863854" y="871601"/>
                  </a:cubicBezTo>
                  <a:lnTo>
                    <a:pt x="7620" y="871601"/>
                  </a:lnTo>
                  <a:cubicBezTo>
                    <a:pt x="3429" y="871601"/>
                    <a:pt x="0" y="868172"/>
                    <a:pt x="0" y="86398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63981"/>
                  </a:lnTo>
                  <a:lnTo>
                    <a:pt x="7620" y="863981"/>
                  </a:lnTo>
                  <a:lnTo>
                    <a:pt x="7620" y="856361"/>
                  </a:lnTo>
                  <a:lnTo>
                    <a:pt x="863854" y="856361"/>
                  </a:lnTo>
                  <a:lnTo>
                    <a:pt x="863854" y="863981"/>
                  </a:lnTo>
                  <a:lnTo>
                    <a:pt x="856234" y="863981"/>
                  </a:lnTo>
                  <a:lnTo>
                    <a:pt x="856234" y="7620"/>
                  </a:lnTo>
                  <a:lnTo>
                    <a:pt x="863854" y="7620"/>
                  </a:lnTo>
                  <a:lnTo>
                    <a:pt x="86385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3787" y="7238234"/>
            <a:ext cx="659462" cy="659551"/>
            <a:chOff x="0" y="0"/>
            <a:chExt cx="879283" cy="879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221" cy="879348"/>
            </a:xfrm>
            <a:custGeom>
              <a:avLst/>
              <a:gdLst/>
              <a:ahLst/>
              <a:cxnLst/>
              <a:rect r="r" b="b" t="t" l="l"/>
              <a:pathLst>
                <a:path h="879348" w="879221">
                  <a:moveTo>
                    <a:pt x="7620" y="0"/>
                  </a:moveTo>
                  <a:lnTo>
                    <a:pt x="871601" y="0"/>
                  </a:lnTo>
                  <a:cubicBezTo>
                    <a:pt x="875792" y="0"/>
                    <a:pt x="879221" y="3429"/>
                    <a:pt x="879221" y="7620"/>
                  </a:cubicBezTo>
                  <a:lnTo>
                    <a:pt x="879221" y="871728"/>
                  </a:lnTo>
                  <a:cubicBezTo>
                    <a:pt x="879221" y="875919"/>
                    <a:pt x="875792" y="879348"/>
                    <a:pt x="871601" y="879348"/>
                  </a:cubicBezTo>
                  <a:lnTo>
                    <a:pt x="7620" y="879348"/>
                  </a:lnTo>
                  <a:cubicBezTo>
                    <a:pt x="3429" y="879348"/>
                    <a:pt x="0" y="875919"/>
                    <a:pt x="0" y="87172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71728"/>
                  </a:lnTo>
                  <a:lnTo>
                    <a:pt x="7620" y="871728"/>
                  </a:lnTo>
                  <a:lnTo>
                    <a:pt x="7620" y="864108"/>
                  </a:lnTo>
                  <a:lnTo>
                    <a:pt x="871601" y="864108"/>
                  </a:lnTo>
                  <a:lnTo>
                    <a:pt x="871601" y="871728"/>
                  </a:lnTo>
                  <a:lnTo>
                    <a:pt x="863981" y="871728"/>
                  </a:lnTo>
                  <a:lnTo>
                    <a:pt x="863981" y="7620"/>
                  </a:lnTo>
                  <a:lnTo>
                    <a:pt x="871601" y="7620"/>
                  </a:lnTo>
                  <a:lnTo>
                    <a:pt x="87160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94314" y="6680838"/>
            <a:ext cx="1060327" cy="740154"/>
          </a:xfrm>
          <a:custGeom>
            <a:avLst/>
            <a:gdLst/>
            <a:ahLst/>
            <a:cxnLst/>
            <a:rect r="r" b="b" t="t" l="l"/>
            <a:pathLst>
              <a:path h="740154" w="1060327">
                <a:moveTo>
                  <a:pt x="0" y="0"/>
                </a:moveTo>
                <a:lnTo>
                  <a:pt x="1060327" y="0"/>
                </a:lnTo>
                <a:lnTo>
                  <a:pt x="1060327" y="740154"/>
                </a:lnTo>
                <a:lnTo>
                  <a:pt x="0" y="7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14112" y="6757741"/>
            <a:ext cx="226170" cy="226170"/>
            <a:chOff x="0" y="0"/>
            <a:chExt cx="301560" cy="301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498" cy="301498"/>
            </a:xfrm>
            <a:custGeom>
              <a:avLst/>
              <a:gdLst/>
              <a:ahLst/>
              <a:cxnLst/>
              <a:rect r="r" b="b" t="t" l="l"/>
              <a:pathLst>
                <a:path h="301498" w="301498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cubicBezTo>
                    <a:pt x="233934" y="0"/>
                    <a:pt x="301498" y="67564"/>
                    <a:pt x="301498" y="150749"/>
                  </a:cubicBezTo>
                  <a:cubicBezTo>
                    <a:pt x="301498" y="233934"/>
                    <a:pt x="234061" y="301498"/>
                    <a:pt x="150749" y="301498"/>
                  </a:cubicBezTo>
                  <a:cubicBezTo>
                    <a:pt x="67437" y="301498"/>
                    <a:pt x="0" y="234061"/>
                    <a:pt x="0" y="1507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49187" y="7119222"/>
            <a:ext cx="220326" cy="220326"/>
            <a:chOff x="0" y="0"/>
            <a:chExt cx="293768" cy="2937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3751" cy="293751"/>
            </a:xfrm>
            <a:custGeom>
              <a:avLst/>
              <a:gdLst/>
              <a:ahLst/>
              <a:cxnLst/>
              <a:rect r="r" b="b" t="t" l="l"/>
              <a:pathLst>
                <a:path h="293751" w="2937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cubicBezTo>
                    <a:pt x="228092" y="0"/>
                    <a:pt x="293751" y="65786"/>
                    <a:pt x="293751" y="146939"/>
                  </a:cubicBezTo>
                  <a:cubicBezTo>
                    <a:pt x="293751" y="228092"/>
                    <a:pt x="227965" y="293751"/>
                    <a:pt x="146939" y="293751"/>
                  </a:cubicBezTo>
                  <a:cubicBezTo>
                    <a:pt x="65913" y="293751"/>
                    <a:pt x="0" y="227965"/>
                    <a:pt x="0" y="146939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518410" y="7169298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1" y="0"/>
                </a:lnTo>
                <a:lnTo>
                  <a:pt x="553271" y="121906"/>
                </a:lnTo>
                <a:lnTo>
                  <a:pt x="0" y="1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399010" y="7047992"/>
            <a:ext cx="1050904" cy="5844"/>
            <a:chOff x="0" y="0"/>
            <a:chExt cx="1401205" cy="7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01191" cy="7874"/>
            </a:xfrm>
            <a:custGeom>
              <a:avLst/>
              <a:gdLst/>
              <a:ahLst/>
              <a:cxnLst/>
              <a:rect r="r" b="b" t="t" l="l"/>
              <a:pathLst>
                <a:path h="7874" w="1401191">
                  <a:moveTo>
                    <a:pt x="1397254" y="7747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1397254" y="0"/>
                  </a:lnTo>
                  <a:cubicBezTo>
                    <a:pt x="1399413" y="0"/>
                    <a:pt x="1401191" y="1778"/>
                    <a:pt x="1401191" y="3937"/>
                  </a:cubicBezTo>
                  <a:cubicBezTo>
                    <a:pt x="1401191" y="6096"/>
                    <a:pt x="1399413" y="7874"/>
                    <a:pt x="1397254" y="7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65700" y="6679791"/>
            <a:ext cx="805158" cy="744146"/>
            <a:chOff x="0" y="0"/>
            <a:chExt cx="1073544" cy="992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7620" y="7620"/>
              <a:ext cx="1058291" cy="977011"/>
            </a:xfrm>
            <a:custGeom>
              <a:avLst/>
              <a:gdLst/>
              <a:ahLst/>
              <a:cxnLst/>
              <a:rect r="r" b="b" t="t" l="l"/>
              <a:pathLst>
                <a:path h="977011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977011"/>
                  </a:lnTo>
                  <a:lnTo>
                    <a:pt x="0" y="97701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3531" cy="992251"/>
            </a:xfrm>
            <a:custGeom>
              <a:avLst/>
              <a:gdLst/>
              <a:ahLst/>
              <a:cxnLst/>
              <a:rect r="r" b="b" t="t" l="l"/>
              <a:pathLst>
                <a:path h="992251" w="1073531">
                  <a:moveTo>
                    <a:pt x="7620" y="0"/>
                  </a:moveTo>
                  <a:lnTo>
                    <a:pt x="1065911" y="0"/>
                  </a:lnTo>
                  <a:cubicBezTo>
                    <a:pt x="1070102" y="0"/>
                    <a:pt x="1073531" y="3429"/>
                    <a:pt x="1073531" y="7620"/>
                  </a:cubicBezTo>
                  <a:lnTo>
                    <a:pt x="1073531" y="984631"/>
                  </a:lnTo>
                  <a:cubicBezTo>
                    <a:pt x="1073531" y="988822"/>
                    <a:pt x="1070102" y="992251"/>
                    <a:pt x="1065911" y="992251"/>
                  </a:cubicBezTo>
                  <a:lnTo>
                    <a:pt x="7620" y="992251"/>
                  </a:lnTo>
                  <a:cubicBezTo>
                    <a:pt x="3429" y="992251"/>
                    <a:pt x="0" y="988822"/>
                    <a:pt x="0" y="9846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984631"/>
                  </a:lnTo>
                  <a:lnTo>
                    <a:pt x="7620" y="984631"/>
                  </a:lnTo>
                  <a:lnTo>
                    <a:pt x="7620" y="977011"/>
                  </a:lnTo>
                  <a:lnTo>
                    <a:pt x="1065911" y="977011"/>
                  </a:lnTo>
                  <a:lnTo>
                    <a:pt x="1065911" y="984631"/>
                  </a:lnTo>
                  <a:lnTo>
                    <a:pt x="1058291" y="984631"/>
                  </a:lnTo>
                  <a:lnTo>
                    <a:pt x="1058291" y="7620"/>
                  </a:lnTo>
                  <a:lnTo>
                    <a:pt x="1065911" y="7620"/>
                  </a:lnTo>
                  <a:lnTo>
                    <a:pt x="106591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74776" y="6799000"/>
            <a:ext cx="784963" cy="2892"/>
            <a:chOff x="0" y="0"/>
            <a:chExt cx="1046618" cy="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6607" cy="3810"/>
            </a:xfrm>
            <a:custGeom>
              <a:avLst/>
              <a:gdLst/>
              <a:ahLst/>
              <a:cxnLst/>
              <a:rect r="r" b="b" t="t" l="l"/>
              <a:pathLst>
                <a:path h="3810" w="1046607">
                  <a:moveTo>
                    <a:pt x="0" y="3810"/>
                  </a:moveTo>
                  <a:lnTo>
                    <a:pt x="104660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1853" y="6796079"/>
            <a:ext cx="790807" cy="8736"/>
            <a:chOff x="0" y="0"/>
            <a:chExt cx="1054410" cy="11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4481" cy="11684"/>
            </a:xfrm>
            <a:custGeom>
              <a:avLst/>
              <a:gdLst/>
              <a:ahLst/>
              <a:cxnLst/>
              <a:rect r="r" b="b" t="t" l="l"/>
              <a:pathLst>
                <a:path h="11684" w="1054481">
                  <a:moveTo>
                    <a:pt x="3937" y="11684"/>
                  </a:moveTo>
                  <a:cubicBezTo>
                    <a:pt x="1778" y="11684"/>
                    <a:pt x="0" y="9906"/>
                    <a:pt x="0" y="7747"/>
                  </a:cubicBezTo>
                  <a:cubicBezTo>
                    <a:pt x="0" y="5588"/>
                    <a:pt x="1651" y="3810"/>
                    <a:pt x="3937" y="3810"/>
                  </a:cubicBezTo>
                  <a:lnTo>
                    <a:pt x="1050544" y="0"/>
                  </a:lnTo>
                  <a:cubicBezTo>
                    <a:pt x="1052703" y="0"/>
                    <a:pt x="1054481" y="1778"/>
                    <a:pt x="1054481" y="3937"/>
                  </a:cubicBezTo>
                  <a:cubicBezTo>
                    <a:pt x="1054481" y="6096"/>
                    <a:pt x="1052830" y="7874"/>
                    <a:pt x="1050544" y="7874"/>
                  </a:cubicBezTo>
                  <a:lnTo>
                    <a:pt x="3937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1618019" y="6817653"/>
            <a:ext cx="774698" cy="692523"/>
          </a:xfrm>
          <a:custGeom>
            <a:avLst/>
            <a:gdLst/>
            <a:ahLst/>
            <a:cxnLst/>
            <a:rect r="r" b="b" t="t" l="l"/>
            <a:pathLst>
              <a:path h="692523" w="774698">
                <a:moveTo>
                  <a:pt x="0" y="0"/>
                </a:moveTo>
                <a:lnTo>
                  <a:pt x="774698" y="0"/>
                </a:lnTo>
                <a:lnTo>
                  <a:pt x="774698" y="692523"/>
                </a:lnTo>
                <a:lnTo>
                  <a:pt x="0" y="6925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512477" y="6688458"/>
            <a:ext cx="955292" cy="1446586"/>
            <a:chOff x="0" y="0"/>
            <a:chExt cx="1273723" cy="19287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3683" cy="1928749"/>
            </a:xfrm>
            <a:custGeom>
              <a:avLst/>
              <a:gdLst/>
              <a:ahLst/>
              <a:cxnLst/>
              <a:rect r="r" b="b" t="t" l="l"/>
              <a:pathLst>
                <a:path h="1928749" w="1273683">
                  <a:moveTo>
                    <a:pt x="1273683" y="1928749"/>
                  </a:moveTo>
                  <a:lnTo>
                    <a:pt x="0" y="1928749"/>
                  </a:lnTo>
                  <a:lnTo>
                    <a:pt x="0" y="4699"/>
                  </a:lnTo>
                  <a:lnTo>
                    <a:pt x="1273683" y="0"/>
                  </a:lnTo>
                  <a:lnTo>
                    <a:pt x="1273683" y="1928749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2812954" y="6838357"/>
            <a:ext cx="362547" cy="362547"/>
          </a:xfrm>
          <a:custGeom>
            <a:avLst/>
            <a:gdLst/>
            <a:ahLst/>
            <a:cxnLst/>
            <a:rect r="r" b="b" t="t" l="l"/>
            <a:pathLst>
              <a:path h="362547" w="362547">
                <a:moveTo>
                  <a:pt x="0" y="0"/>
                </a:moveTo>
                <a:lnTo>
                  <a:pt x="362547" y="0"/>
                </a:lnTo>
                <a:lnTo>
                  <a:pt x="362547" y="362547"/>
                </a:lnTo>
                <a:lnTo>
                  <a:pt x="0" y="36254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962071" y="6961013"/>
            <a:ext cx="103266" cy="117457"/>
            <a:chOff x="0" y="0"/>
            <a:chExt cx="137688" cy="156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-127"/>
              <a:ext cx="137668" cy="156718"/>
            </a:xfrm>
            <a:custGeom>
              <a:avLst/>
              <a:gdLst/>
              <a:ahLst/>
              <a:cxnLst/>
              <a:rect r="r" b="b" t="t" l="l"/>
              <a:pathLst>
                <a:path h="156718" w="137668">
                  <a:moveTo>
                    <a:pt x="3937" y="156718"/>
                  </a:moveTo>
                  <a:cubicBezTo>
                    <a:pt x="3175" y="156718"/>
                    <a:pt x="2540" y="156464"/>
                    <a:pt x="1905" y="156210"/>
                  </a:cubicBezTo>
                  <a:cubicBezTo>
                    <a:pt x="635" y="155448"/>
                    <a:pt x="0" y="154178"/>
                    <a:pt x="0" y="152781"/>
                  </a:cubicBezTo>
                  <a:lnTo>
                    <a:pt x="1905" y="3937"/>
                  </a:lnTo>
                  <a:cubicBezTo>
                    <a:pt x="1905" y="2540"/>
                    <a:pt x="2667" y="1270"/>
                    <a:pt x="3937" y="635"/>
                  </a:cubicBezTo>
                  <a:cubicBezTo>
                    <a:pt x="5207" y="0"/>
                    <a:pt x="6604" y="0"/>
                    <a:pt x="7874" y="635"/>
                  </a:cubicBezTo>
                  <a:lnTo>
                    <a:pt x="135763" y="76708"/>
                  </a:lnTo>
                  <a:cubicBezTo>
                    <a:pt x="137033" y="77470"/>
                    <a:pt x="137668" y="78740"/>
                    <a:pt x="137668" y="80137"/>
                  </a:cubicBezTo>
                  <a:cubicBezTo>
                    <a:pt x="137668" y="81534"/>
                    <a:pt x="136906" y="82804"/>
                    <a:pt x="135636" y="83439"/>
                  </a:cubicBezTo>
                  <a:lnTo>
                    <a:pt x="5842" y="156210"/>
                  </a:lnTo>
                  <a:cubicBezTo>
                    <a:pt x="5207" y="156464"/>
                    <a:pt x="4572" y="156718"/>
                    <a:pt x="3937" y="156718"/>
                  </a:cubicBezTo>
                  <a:close/>
                  <a:moveTo>
                    <a:pt x="9652" y="10795"/>
                  </a:moveTo>
                  <a:lnTo>
                    <a:pt x="7874" y="146177"/>
                  </a:lnTo>
                  <a:lnTo>
                    <a:pt x="125984" y="80010"/>
                  </a:lnTo>
                  <a:lnTo>
                    <a:pt x="9652" y="107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239" y="7297685"/>
            <a:ext cx="609403" cy="728947"/>
            <a:chOff x="0" y="0"/>
            <a:chExt cx="812538" cy="9719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546" cy="971931"/>
            </a:xfrm>
            <a:custGeom>
              <a:avLst/>
              <a:gdLst/>
              <a:ahLst/>
              <a:cxnLst/>
              <a:rect r="r" b="b" t="t" l="l"/>
              <a:pathLst>
                <a:path h="971931" w="812546">
                  <a:moveTo>
                    <a:pt x="0" y="967867"/>
                  </a:moveTo>
                  <a:lnTo>
                    <a:pt x="810006" y="971931"/>
                  </a:lnTo>
                  <a:lnTo>
                    <a:pt x="812546" y="4064"/>
                  </a:lnTo>
                  <a:lnTo>
                    <a:pt x="2540" y="0"/>
                  </a:lnTo>
                  <a:lnTo>
                    <a:pt x="0" y="967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690287" y="7294734"/>
            <a:ext cx="615306" cy="734820"/>
            <a:chOff x="0" y="0"/>
            <a:chExt cx="820408" cy="979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0420" cy="979932"/>
            </a:xfrm>
            <a:custGeom>
              <a:avLst/>
              <a:gdLst/>
              <a:ahLst/>
              <a:cxnLst/>
              <a:rect r="r" b="b" t="t" l="l"/>
              <a:pathLst>
                <a:path h="979932" w="820420">
                  <a:moveTo>
                    <a:pt x="813943" y="979805"/>
                  </a:moveTo>
                  <a:lnTo>
                    <a:pt x="3937" y="975614"/>
                  </a:lnTo>
                  <a:cubicBezTo>
                    <a:pt x="1778" y="975614"/>
                    <a:pt x="0" y="973836"/>
                    <a:pt x="0" y="971677"/>
                  </a:cubicBezTo>
                  <a:lnTo>
                    <a:pt x="2540" y="3937"/>
                  </a:lnTo>
                  <a:cubicBezTo>
                    <a:pt x="2540" y="2794"/>
                    <a:pt x="3048" y="1905"/>
                    <a:pt x="3683" y="1143"/>
                  </a:cubicBezTo>
                  <a:cubicBezTo>
                    <a:pt x="4318" y="381"/>
                    <a:pt x="5588" y="127"/>
                    <a:pt x="6477" y="0"/>
                  </a:cubicBezTo>
                  <a:lnTo>
                    <a:pt x="816483" y="4191"/>
                  </a:lnTo>
                  <a:cubicBezTo>
                    <a:pt x="818642" y="4191"/>
                    <a:pt x="820420" y="5969"/>
                    <a:pt x="820420" y="8128"/>
                  </a:cubicBezTo>
                  <a:lnTo>
                    <a:pt x="817880" y="975995"/>
                  </a:lnTo>
                  <a:cubicBezTo>
                    <a:pt x="817880" y="977011"/>
                    <a:pt x="817499" y="978027"/>
                    <a:pt x="816737" y="978789"/>
                  </a:cubicBezTo>
                  <a:cubicBezTo>
                    <a:pt x="815975" y="979551"/>
                    <a:pt x="815086" y="979932"/>
                    <a:pt x="814070" y="979932"/>
                  </a:cubicBezTo>
                  <a:close/>
                  <a:moveTo>
                    <a:pt x="7874" y="967867"/>
                  </a:moveTo>
                  <a:lnTo>
                    <a:pt x="810133" y="971931"/>
                  </a:lnTo>
                  <a:lnTo>
                    <a:pt x="812673" y="11938"/>
                  </a:lnTo>
                  <a:lnTo>
                    <a:pt x="10414" y="7874"/>
                  </a:lnTo>
                  <a:lnTo>
                    <a:pt x="7874" y="9678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050" y="7425557"/>
            <a:ext cx="607505" cy="3097"/>
            <a:chOff x="0" y="0"/>
            <a:chExt cx="810006" cy="41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06" cy="4191"/>
            </a:xfrm>
            <a:custGeom>
              <a:avLst/>
              <a:gdLst/>
              <a:ahLst/>
              <a:cxnLst/>
              <a:rect r="r" b="b" t="t" l="l"/>
              <a:pathLst>
                <a:path h="4191" w="810006">
                  <a:moveTo>
                    <a:pt x="810006" y="4191"/>
                  </a:moveTo>
                  <a:lnTo>
                    <a:pt x="0" y="0"/>
                  </a:lnTo>
                  <a:lnTo>
                    <a:pt x="810006" y="41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692126" y="7422635"/>
            <a:ext cx="613349" cy="8941"/>
            <a:chOff x="0" y="0"/>
            <a:chExt cx="817798" cy="119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7880" cy="12065"/>
            </a:xfrm>
            <a:custGeom>
              <a:avLst/>
              <a:gdLst/>
              <a:ahLst/>
              <a:cxnLst/>
              <a:rect r="r" b="b" t="t" l="l"/>
              <a:pathLst>
                <a:path h="12065" w="817880">
                  <a:moveTo>
                    <a:pt x="813943" y="11938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813943" y="4191"/>
                  </a:lnTo>
                  <a:cubicBezTo>
                    <a:pt x="816102" y="4191"/>
                    <a:pt x="817880" y="5969"/>
                    <a:pt x="817880" y="8128"/>
                  </a:cubicBezTo>
                  <a:cubicBezTo>
                    <a:pt x="817880" y="10287"/>
                    <a:pt x="816102" y="12065"/>
                    <a:pt x="813943" y="12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2742673" y="7339610"/>
            <a:ext cx="54372" cy="51437"/>
          </a:xfrm>
          <a:custGeom>
            <a:avLst/>
            <a:gdLst/>
            <a:ahLst/>
            <a:cxnLst/>
            <a:rect r="r" b="b" t="t" l="l"/>
            <a:pathLst>
              <a:path h="51437" w="54372">
                <a:moveTo>
                  <a:pt x="0" y="0"/>
                </a:moveTo>
                <a:lnTo>
                  <a:pt x="54372" y="0"/>
                </a:lnTo>
                <a:lnTo>
                  <a:pt x="54372" y="51437"/>
                </a:lnTo>
                <a:lnTo>
                  <a:pt x="0" y="5143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-1051799">
            <a:off x="12804583" y="7510738"/>
            <a:ext cx="387060" cy="387060"/>
            <a:chOff x="0" y="0"/>
            <a:chExt cx="516080" cy="516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6128" cy="516128"/>
            </a:xfrm>
            <a:custGeom>
              <a:avLst/>
              <a:gdLst/>
              <a:ahLst/>
              <a:cxnLst/>
              <a:rect r="r" b="b" t="t" l="l"/>
              <a:pathLst>
                <a:path h="516128" w="516128">
                  <a:moveTo>
                    <a:pt x="516128" y="258064"/>
                  </a:moveTo>
                  <a:cubicBezTo>
                    <a:pt x="516128" y="400558"/>
                    <a:pt x="400558" y="516128"/>
                    <a:pt x="258064" y="516128"/>
                  </a:cubicBezTo>
                  <a:cubicBezTo>
                    <a:pt x="115570" y="516128"/>
                    <a:pt x="0" y="400558"/>
                    <a:pt x="0" y="258064"/>
                  </a:cubicBezTo>
                  <a:cubicBezTo>
                    <a:pt x="0" y="115570"/>
                    <a:pt x="115570" y="0"/>
                    <a:pt x="258064" y="0"/>
                  </a:cubicBezTo>
                  <a:cubicBezTo>
                    <a:pt x="400558" y="0"/>
                    <a:pt x="516128" y="115570"/>
                    <a:pt x="516128" y="258064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2882016" y="7697966"/>
            <a:ext cx="233276" cy="122880"/>
          </a:xfrm>
          <a:custGeom>
            <a:avLst/>
            <a:gdLst/>
            <a:ahLst/>
            <a:cxnLst/>
            <a:rect r="r" b="b" t="t" l="l"/>
            <a:pathLst>
              <a:path h="122880" w="233276">
                <a:moveTo>
                  <a:pt x="0" y="0"/>
                </a:moveTo>
                <a:lnTo>
                  <a:pt x="233277" y="0"/>
                </a:lnTo>
                <a:lnTo>
                  <a:pt x="233277" y="122880"/>
                </a:lnTo>
                <a:lnTo>
                  <a:pt x="0" y="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41891" y="7587980"/>
            <a:ext cx="111893" cy="111893"/>
          </a:xfrm>
          <a:custGeom>
            <a:avLst/>
            <a:gdLst/>
            <a:ahLst/>
            <a:cxnLst/>
            <a:rect r="r" b="b" t="t" l="l"/>
            <a:pathLst>
              <a:path h="111893" w="111893">
                <a:moveTo>
                  <a:pt x="0" y="0"/>
                </a:moveTo>
                <a:lnTo>
                  <a:pt x="111893" y="0"/>
                </a:lnTo>
                <a:lnTo>
                  <a:pt x="111893" y="111893"/>
                </a:lnTo>
                <a:lnTo>
                  <a:pt x="0" y="1118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389589" y="7674314"/>
            <a:ext cx="632434" cy="358488"/>
            <a:chOff x="0" y="0"/>
            <a:chExt cx="843245" cy="477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7620" y="7620"/>
              <a:ext cx="828040" cy="462788"/>
            </a:xfrm>
            <a:custGeom>
              <a:avLst/>
              <a:gdLst/>
              <a:ahLst/>
              <a:cxnLst/>
              <a:rect r="r" b="b" t="t" l="l"/>
              <a:pathLst>
                <a:path h="462788" w="828040">
                  <a:moveTo>
                    <a:pt x="0" y="0"/>
                  </a:moveTo>
                  <a:lnTo>
                    <a:pt x="828040" y="0"/>
                  </a:lnTo>
                  <a:lnTo>
                    <a:pt x="828040" y="462788"/>
                  </a:lnTo>
                  <a:lnTo>
                    <a:pt x="0" y="462788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3280" cy="478028"/>
            </a:xfrm>
            <a:custGeom>
              <a:avLst/>
              <a:gdLst/>
              <a:ahLst/>
              <a:cxnLst/>
              <a:rect r="r" b="b" t="t" l="l"/>
              <a:pathLst>
                <a:path h="478028" w="843280">
                  <a:moveTo>
                    <a:pt x="7620" y="0"/>
                  </a:moveTo>
                  <a:lnTo>
                    <a:pt x="835660" y="0"/>
                  </a:lnTo>
                  <a:cubicBezTo>
                    <a:pt x="839851" y="0"/>
                    <a:pt x="843280" y="3429"/>
                    <a:pt x="843280" y="7620"/>
                  </a:cubicBezTo>
                  <a:lnTo>
                    <a:pt x="843280" y="470408"/>
                  </a:lnTo>
                  <a:cubicBezTo>
                    <a:pt x="843280" y="474599"/>
                    <a:pt x="839851" y="478028"/>
                    <a:pt x="835660" y="478028"/>
                  </a:cubicBezTo>
                  <a:lnTo>
                    <a:pt x="7620" y="478028"/>
                  </a:lnTo>
                  <a:cubicBezTo>
                    <a:pt x="3429" y="478028"/>
                    <a:pt x="0" y="474599"/>
                    <a:pt x="0" y="47040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470408"/>
                  </a:lnTo>
                  <a:lnTo>
                    <a:pt x="7620" y="470408"/>
                  </a:lnTo>
                  <a:lnTo>
                    <a:pt x="7620" y="462788"/>
                  </a:lnTo>
                  <a:lnTo>
                    <a:pt x="835660" y="462788"/>
                  </a:lnTo>
                  <a:lnTo>
                    <a:pt x="835660" y="470408"/>
                  </a:lnTo>
                  <a:lnTo>
                    <a:pt x="828040" y="470408"/>
                  </a:lnTo>
                  <a:lnTo>
                    <a:pt x="828040" y="7620"/>
                  </a:lnTo>
                  <a:lnTo>
                    <a:pt x="835660" y="7620"/>
                  </a:lnTo>
                  <a:lnTo>
                    <a:pt x="835660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401488" y="7671448"/>
            <a:ext cx="615641" cy="165695"/>
            <a:chOff x="0" y="0"/>
            <a:chExt cx="820854" cy="2209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508" y="-508"/>
              <a:ext cx="821817" cy="221488"/>
            </a:xfrm>
            <a:custGeom>
              <a:avLst/>
              <a:gdLst/>
              <a:ahLst/>
              <a:cxnLst/>
              <a:rect r="r" b="b" t="t" l="l"/>
              <a:pathLst>
                <a:path h="221488" w="821817">
                  <a:moveTo>
                    <a:pt x="420878" y="221488"/>
                  </a:moveTo>
                  <a:cubicBezTo>
                    <a:pt x="420243" y="221488"/>
                    <a:pt x="419608" y="221361"/>
                    <a:pt x="419100" y="221107"/>
                  </a:cubicBezTo>
                  <a:lnTo>
                    <a:pt x="2667" y="7874"/>
                  </a:lnTo>
                  <a:cubicBezTo>
                    <a:pt x="762" y="6858"/>
                    <a:pt x="0" y="4572"/>
                    <a:pt x="889" y="2667"/>
                  </a:cubicBezTo>
                  <a:cubicBezTo>
                    <a:pt x="1778" y="762"/>
                    <a:pt x="4318" y="0"/>
                    <a:pt x="6223" y="1016"/>
                  </a:cubicBezTo>
                  <a:lnTo>
                    <a:pt x="420878" y="213106"/>
                  </a:lnTo>
                  <a:lnTo>
                    <a:pt x="815594" y="3556"/>
                  </a:lnTo>
                  <a:cubicBezTo>
                    <a:pt x="817499" y="2540"/>
                    <a:pt x="819785" y="3302"/>
                    <a:pt x="820801" y="5207"/>
                  </a:cubicBezTo>
                  <a:cubicBezTo>
                    <a:pt x="821817" y="7112"/>
                    <a:pt x="821055" y="9398"/>
                    <a:pt x="819150" y="10414"/>
                  </a:cubicBezTo>
                  <a:lnTo>
                    <a:pt x="422783" y="220980"/>
                  </a:lnTo>
                  <a:cubicBezTo>
                    <a:pt x="422148" y="221234"/>
                    <a:pt x="421513" y="221488"/>
                    <a:pt x="421005" y="2214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1116766" y="7694798"/>
            <a:ext cx="1245924" cy="292794"/>
          </a:xfrm>
          <a:custGeom>
            <a:avLst/>
            <a:gdLst/>
            <a:ahLst/>
            <a:cxnLst/>
            <a:rect r="r" b="b" t="t" l="l"/>
            <a:pathLst>
              <a:path h="292794" w="1245924">
                <a:moveTo>
                  <a:pt x="0" y="0"/>
                </a:moveTo>
                <a:lnTo>
                  <a:pt x="1245924" y="0"/>
                </a:lnTo>
                <a:lnTo>
                  <a:pt x="1245924" y="292794"/>
                </a:lnTo>
                <a:lnTo>
                  <a:pt x="0" y="2927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0819408" y="6809873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0" y="0"/>
                </a:lnTo>
                <a:lnTo>
                  <a:pt x="553270" y="121905"/>
                </a:lnTo>
                <a:lnTo>
                  <a:pt x="0" y="1219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3148720" y="3028487"/>
            <a:ext cx="264401" cy="269886"/>
            <a:chOff x="0" y="0"/>
            <a:chExt cx="352534" cy="3598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-38862"/>
              <a:ext cx="352552" cy="398653"/>
            </a:xfrm>
            <a:custGeom>
              <a:avLst/>
              <a:gdLst/>
              <a:ahLst/>
              <a:cxnLst/>
              <a:rect r="r" b="b" t="t" l="l"/>
              <a:pathLst>
                <a:path h="398653" w="352552">
                  <a:moveTo>
                    <a:pt x="0" y="398653"/>
                  </a:moveTo>
                  <a:cubicBezTo>
                    <a:pt x="0" y="398653"/>
                    <a:pt x="762" y="92710"/>
                    <a:pt x="138303" y="46355"/>
                  </a:cubicBezTo>
                  <a:cubicBezTo>
                    <a:pt x="275844" y="0"/>
                    <a:pt x="352552" y="184785"/>
                    <a:pt x="352552" y="184785"/>
                  </a:cubicBezTo>
                  <a:lnTo>
                    <a:pt x="0" y="398653"/>
                  </a:ln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14986" y="3480325"/>
            <a:ext cx="419428" cy="513240"/>
            <a:chOff x="0" y="0"/>
            <a:chExt cx="559237" cy="6843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39243" y="-29591"/>
              <a:ext cx="601599" cy="874014"/>
            </a:xfrm>
            <a:custGeom>
              <a:avLst/>
              <a:gdLst/>
              <a:ahLst/>
              <a:cxnLst/>
              <a:rect r="r" b="b" t="t" l="l"/>
              <a:pathLst>
                <a:path h="874014" w="601599">
                  <a:moveTo>
                    <a:pt x="488696" y="623697"/>
                  </a:moveTo>
                  <a:cubicBezTo>
                    <a:pt x="489077" y="610997"/>
                    <a:pt x="595249" y="82042"/>
                    <a:pt x="598424" y="41021"/>
                  </a:cubicBezTo>
                  <a:cubicBezTo>
                    <a:pt x="601599" y="0"/>
                    <a:pt x="155321" y="82550"/>
                    <a:pt x="155321" y="82550"/>
                  </a:cubicBezTo>
                  <a:cubicBezTo>
                    <a:pt x="155321" y="82550"/>
                    <a:pt x="50546" y="471170"/>
                    <a:pt x="41783" y="541020"/>
                  </a:cubicBezTo>
                  <a:cubicBezTo>
                    <a:pt x="0" y="874014"/>
                    <a:pt x="488696" y="623697"/>
                    <a:pt x="488696" y="62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110644" y="3475906"/>
            <a:ext cx="428110" cy="522096"/>
          </a:xfrm>
          <a:custGeom>
            <a:avLst/>
            <a:gdLst/>
            <a:ahLst/>
            <a:cxnLst/>
            <a:rect r="r" b="b" t="t" l="l"/>
            <a:pathLst>
              <a:path h="522096" w="428110">
                <a:moveTo>
                  <a:pt x="0" y="0"/>
                </a:moveTo>
                <a:lnTo>
                  <a:pt x="428110" y="0"/>
                </a:lnTo>
                <a:lnTo>
                  <a:pt x="428110" y="522096"/>
                </a:lnTo>
                <a:lnTo>
                  <a:pt x="0" y="5220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056230" y="2994678"/>
            <a:ext cx="601867" cy="659036"/>
            <a:chOff x="0" y="0"/>
            <a:chExt cx="802490" cy="87871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6736" y="-17018"/>
              <a:ext cx="947166" cy="1027176"/>
            </a:xfrm>
            <a:custGeom>
              <a:avLst/>
              <a:gdLst/>
              <a:ahLst/>
              <a:cxnLst/>
              <a:rect r="r" b="b" t="t" l="l"/>
              <a:pathLst>
                <a:path h="1027176" w="947166">
                  <a:moveTo>
                    <a:pt x="530098" y="32131"/>
                  </a:moveTo>
                  <a:cubicBezTo>
                    <a:pt x="390906" y="0"/>
                    <a:pt x="367411" y="16764"/>
                    <a:pt x="255651" y="105664"/>
                  </a:cubicBezTo>
                  <a:cubicBezTo>
                    <a:pt x="183642" y="162941"/>
                    <a:pt x="0" y="677799"/>
                    <a:pt x="57785" y="800354"/>
                  </a:cubicBezTo>
                  <a:cubicBezTo>
                    <a:pt x="164846" y="1027176"/>
                    <a:pt x="639191" y="784225"/>
                    <a:pt x="673735" y="739902"/>
                  </a:cubicBezTo>
                  <a:cubicBezTo>
                    <a:pt x="708279" y="695579"/>
                    <a:pt x="947166" y="291465"/>
                    <a:pt x="803910" y="154559"/>
                  </a:cubicBezTo>
                  <a:cubicBezTo>
                    <a:pt x="739775" y="93218"/>
                    <a:pt x="630936" y="55372"/>
                    <a:pt x="530098" y="320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3051926" y="2990336"/>
            <a:ext cx="371215" cy="667757"/>
          </a:xfrm>
          <a:custGeom>
            <a:avLst/>
            <a:gdLst/>
            <a:ahLst/>
            <a:cxnLst/>
            <a:rect r="r" b="b" t="t" l="l"/>
            <a:pathLst>
              <a:path h="667757" w="371215">
                <a:moveTo>
                  <a:pt x="0" y="0"/>
                </a:moveTo>
                <a:lnTo>
                  <a:pt x="371215" y="0"/>
                </a:lnTo>
                <a:lnTo>
                  <a:pt x="371215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3136665" y="3248430"/>
            <a:ext cx="195168" cy="87430"/>
            <a:chOff x="0" y="0"/>
            <a:chExt cx="260224" cy="11657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2794" y="-2159"/>
              <a:ext cx="265811" cy="120904"/>
            </a:xfrm>
            <a:custGeom>
              <a:avLst/>
              <a:gdLst/>
              <a:ahLst/>
              <a:cxnLst/>
              <a:rect r="r" b="b" t="t" l="l"/>
              <a:pathLst>
                <a:path h="120904" w="265811">
                  <a:moveTo>
                    <a:pt x="249809" y="54483"/>
                  </a:moveTo>
                  <a:cubicBezTo>
                    <a:pt x="260477" y="57023"/>
                    <a:pt x="265811" y="73406"/>
                    <a:pt x="261620" y="91059"/>
                  </a:cubicBezTo>
                  <a:cubicBezTo>
                    <a:pt x="257429" y="108712"/>
                    <a:pt x="245364" y="120904"/>
                    <a:pt x="234569" y="118364"/>
                  </a:cubicBezTo>
                  <a:cubicBezTo>
                    <a:pt x="223774" y="115824"/>
                    <a:pt x="218694" y="99441"/>
                    <a:pt x="222885" y="81788"/>
                  </a:cubicBezTo>
                  <a:cubicBezTo>
                    <a:pt x="227076" y="64135"/>
                    <a:pt x="239141" y="51943"/>
                    <a:pt x="249809" y="54483"/>
                  </a:cubicBezTo>
                  <a:close/>
                  <a:moveTo>
                    <a:pt x="31242" y="2540"/>
                  </a:moveTo>
                  <a:cubicBezTo>
                    <a:pt x="41910" y="5080"/>
                    <a:pt x="47244" y="21463"/>
                    <a:pt x="43053" y="39116"/>
                  </a:cubicBezTo>
                  <a:cubicBezTo>
                    <a:pt x="38862" y="56769"/>
                    <a:pt x="26670" y="68961"/>
                    <a:pt x="16002" y="66421"/>
                  </a:cubicBezTo>
                  <a:cubicBezTo>
                    <a:pt x="5334" y="63881"/>
                    <a:pt x="0" y="47498"/>
                    <a:pt x="4191" y="29845"/>
                  </a:cubicBezTo>
                  <a:cubicBezTo>
                    <a:pt x="8382" y="12192"/>
                    <a:pt x="20447" y="0"/>
                    <a:pt x="31242" y="2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3146180" y="3193502"/>
            <a:ext cx="479782" cy="280780"/>
          </a:xfrm>
          <a:custGeom>
            <a:avLst/>
            <a:gdLst/>
            <a:ahLst/>
            <a:cxnLst/>
            <a:rect r="r" b="b" t="t" l="l"/>
            <a:pathLst>
              <a:path h="280780" w="479782">
                <a:moveTo>
                  <a:pt x="0" y="0"/>
                </a:moveTo>
                <a:lnTo>
                  <a:pt x="479782" y="0"/>
                </a:lnTo>
                <a:lnTo>
                  <a:pt x="479782" y="280780"/>
                </a:lnTo>
                <a:lnTo>
                  <a:pt x="0" y="2807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3178838" y="2835382"/>
            <a:ext cx="594158" cy="741624"/>
          </a:xfrm>
          <a:custGeom>
            <a:avLst/>
            <a:gdLst/>
            <a:ahLst/>
            <a:cxnLst/>
            <a:rect r="r" b="b" t="t" l="l"/>
            <a:pathLst>
              <a:path h="741624" w="594158">
                <a:moveTo>
                  <a:pt x="0" y="0"/>
                </a:moveTo>
                <a:lnTo>
                  <a:pt x="594158" y="0"/>
                </a:lnTo>
                <a:lnTo>
                  <a:pt x="594158" y="741624"/>
                </a:lnTo>
                <a:lnTo>
                  <a:pt x="0" y="74162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501140" y="3311182"/>
            <a:ext cx="157859" cy="175276"/>
            <a:chOff x="0" y="0"/>
            <a:chExt cx="210478" cy="2337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-44323" y="-37719"/>
              <a:ext cx="301879" cy="303149"/>
            </a:xfrm>
            <a:custGeom>
              <a:avLst/>
              <a:gdLst/>
              <a:ahLst/>
              <a:cxnLst/>
              <a:rect r="r" b="b" t="t" l="l"/>
              <a:pathLst>
                <a:path h="303149" w="301879">
                  <a:moveTo>
                    <a:pt x="91440" y="52959"/>
                  </a:moveTo>
                  <a:cubicBezTo>
                    <a:pt x="91440" y="52959"/>
                    <a:pt x="197993" y="0"/>
                    <a:pt x="241173" y="91694"/>
                  </a:cubicBezTo>
                  <a:cubicBezTo>
                    <a:pt x="301879" y="220599"/>
                    <a:pt x="144018" y="303149"/>
                    <a:pt x="72009" y="259842"/>
                  </a:cubicBezTo>
                  <a:cubicBezTo>
                    <a:pt x="0" y="216535"/>
                    <a:pt x="91440" y="52959"/>
                    <a:pt x="91440" y="529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15322" y="3813202"/>
            <a:ext cx="773281" cy="1180369"/>
            <a:chOff x="0" y="0"/>
            <a:chExt cx="1031042" cy="15738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-43434" y="-33020"/>
              <a:ext cx="1125093" cy="1646047"/>
            </a:xfrm>
            <a:custGeom>
              <a:avLst/>
              <a:gdLst/>
              <a:ahLst/>
              <a:cxnLst/>
              <a:rect r="r" b="b" t="t" l="l"/>
              <a:pathLst>
                <a:path h="1646047" w="1125093">
                  <a:moveTo>
                    <a:pt x="1055878" y="389128"/>
                  </a:moveTo>
                  <a:lnTo>
                    <a:pt x="642874" y="1413383"/>
                  </a:lnTo>
                  <a:cubicBezTo>
                    <a:pt x="579120" y="1569085"/>
                    <a:pt x="403225" y="1646047"/>
                    <a:pt x="245618" y="1586992"/>
                  </a:cubicBezTo>
                  <a:cubicBezTo>
                    <a:pt x="81026" y="1525270"/>
                    <a:pt x="0" y="1339596"/>
                    <a:pt x="66929" y="1177036"/>
                  </a:cubicBezTo>
                  <a:lnTo>
                    <a:pt x="439039" y="225425"/>
                  </a:lnTo>
                  <a:cubicBezTo>
                    <a:pt x="499872" y="77343"/>
                    <a:pt x="663321" y="0"/>
                    <a:pt x="816356" y="46482"/>
                  </a:cubicBezTo>
                  <a:cubicBezTo>
                    <a:pt x="991235" y="99695"/>
                    <a:pt x="1125093" y="219964"/>
                    <a:pt x="1055878" y="389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195718" y="3795872"/>
            <a:ext cx="812302" cy="1217809"/>
            <a:chOff x="0" y="0"/>
            <a:chExt cx="1083069" cy="162374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-45212" y="-43815"/>
              <a:ext cx="1181354" cy="1707388"/>
            </a:xfrm>
            <a:custGeom>
              <a:avLst/>
              <a:gdLst/>
              <a:ahLst/>
              <a:cxnLst/>
              <a:rect r="r" b="b" t="t" l="l"/>
              <a:pathLst>
                <a:path h="1707388" w="1181354">
                  <a:moveTo>
                    <a:pt x="263017" y="1647952"/>
                  </a:moveTo>
                  <a:cubicBezTo>
                    <a:pt x="427990" y="1707388"/>
                    <a:pt x="610616" y="1627124"/>
                    <a:pt x="678434" y="1465453"/>
                  </a:cubicBezTo>
                  <a:lnTo>
                    <a:pt x="1107186" y="442595"/>
                  </a:lnTo>
                  <a:cubicBezTo>
                    <a:pt x="1181354" y="264541"/>
                    <a:pt x="1050036" y="132334"/>
                    <a:pt x="869061" y="65151"/>
                  </a:cubicBezTo>
                  <a:cubicBezTo>
                    <a:pt x="693547" y="0"/>
                    <a:pt x="498348" y="89027"/>
                    <a:pt x="432435" y="264287"/>
                  </a:cubicBezTo>
                  <a:lnTo>
                    <a:pt x="68580" y="1216533"/>
                  </a:lnTo>
                  <a:cubicBezTo>
                    <a:pt x="0" y="1389380"/>
                    <a:pt x="88011" y="1584833"/>
                    <a:pt x="263017" y="164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447221" y="4549399"/>
            <a:ext cx="965653" cy="464269"/>
            <a:chOff x="0" y="0"/>
            <a:chExt cx="1287538" cy="6190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7526" cy="618998"/>
            </a:xfrm>
            <a:custGeom>
              <a:avLst/>
              <a:gdLst/>
              <a:ahLst/>
              <a:cxnLst/>
              <a:rect r="r" b="b" t="t" l="l"/>
              <a:pathLst>
                <a:path h="618998" w="1287526">
                  <a:moveTo>
                    <a:pt x="62738" y="61468"/>
                  </a:moveTo>
                  <a:lnTo>
                    <a:pt x="0" y="453771"/>
                  </a:lnTo>
                  <a:lnTo>
                    <a:pt x="1287526" y="618998"/>
                  </a:lnTo>
                  <a:lnTo>
                    <a:pt x="1287526" y="0"/>
                  </a:lnTo>
                  <a:lnTo>
                    <a:pt x="62738" y="614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89966" y="4552790"/>
            <a:ext cx="927300" cy="61865"/>
            <a:chOff x="0" y="0"/>
            <a:chExt cx="1236400" cy="824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127" y="0"/>
              <a:ext cx="1237361" cy="82423"/>
            </a:xfrm>
            <a:custGeom>
              <a:avLst/>
              <a:gdLst/>
              <a:ahLst/>
              <a:cxnLst/>
              <a:rect r="r" b="b" t="t" l="l"/>
              <a:pathLst>
                <a:path h="82423" w="1237361">
                  <a:moveTo>
                    <a:pt x="1230630" y="82423"/>
                  </a:moveTo>
                  <a:cubicBezTo>
                    <a:pt x="1229995" y="82423"/>
                    <a:pt x="1229360" y="82296"/>
                    <a:pt x="1228725" y="82169"/>
                  </a:cubicBezTo>
                  <a:lnTo>
                    <a:pt x="1025271" y="11684"/>
                  </a:lnTo>
                  <a:lnTo>
                    <a:pt x="6223" y="62738"/>
                  </a:lnTo>
                  <a:cubicBezTo>
                    <a:pt x="3048" y="62992"/>
                    <a:pt x="254" y="60452"/>
                    <a:pt x="127" y="57277"/>
                  </a:cubicBezTo>
                  <a:cubicBezTo>
                    <a:pt x="0" y="54102"/>
                    <a:pt x="2413" y="51308"/>
                    <a:pt x="5588" y="51181"/>
                  </a:cubicBezTo>
                  <a:lnTo>
                    <a:pt x="1025779" y="0"/>
                  </a:lnTo>
                  <a:cubicBezTo>
                    <a:pt x="1026541" y="0"/>
                    <a:pt x="1027303" y="127"/>
                    <a:pt x="1027938" y="254"/>
                  </a:cubicBezTo>
                  <a:lnTo>
                    <a:pt x="1232662" y="71120"/>
                  </a:lnTo>
                  <a:cubicBezTo>
                    <a:pt x="1235710" y="72136"/>
                    <a:pt x="1237361" y="75438"/>
                    <a:pt x="1236218" y="78486"/>
                  </a:cubicBezTo>
                  <a:cubicBezTo>
                    <a:pt x="1235456" y="80899"/>
                    <a:pt x="1233170" y="82423"/>
                    <a:pt x="1230757" y="824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05728" y="4844704"/>
            <a:ext cx="928739" cy="2048114"/>
            <a:chOff x="0" y="0"/>
            <a:chExt cx="1238318" cy="2730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-28956"/>
              <a:ext cx="1302131" cy="2759837"/>
            </a:xfrm>
            <a:custGeom>
              <a:avLst/>
              <a:gdLst/>
              <a:ahLst/>
              <a:cxnLst/>
              <a:rect r="r" b="b" t="t" l="l"/>
              <a:pathLst>
                <a:path h="2759837" w="1302131">
                  <a:moveTo>
                    <a:pt x="1220978" y="566293"/>
                  </a:moveTo>
                  <a:cubicBezTo>
                    <a:pt x="989203" y="1261872"/>
                    <a:pt x="479425" y="2759837"/>
                    <a:pt x="479425" y="2759837"/>
                  </a:cubicBezTo>
                  <a:lnTo>
                    <a:pt x="0" y="2652903"/>
                  </a:lnTo>
                  <a:lnTo>
                    <a:pt x="359410" y="319913"/>
                  </a:lnTo>
                  <a:cubicBezTo>
                    <a:pt x="385572" y="130937"/>
                    <a:pt x="606171" y="0"/>
                    <a:pt x="832866" y="34544"/>
                  </a:cubicBezTo>
                  <a:cubicBezTo>
                    <a:pt x="1086485" y="73279"/>
                    <a:pt x="1302131" y="322961"/>
                    <a:pt x="1220978" y="566293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15" id="115"/>
          <p:cNvSpPr/>
          <p:nvPr/>
        </p:nvSpPr>
        <p:spPr>
          <a:xfrm flipH="false" flipV="false" rot="0">
            <a:off x="10901380" y="4840438"/>
            <a:ext cx="937364" cy="2056736"/>
          </a:xfrm>
          <a:custGeom>
            <a:avLst/>
            <a:gdLst/>
            <a:ahLst/>
            <a:cxnLst/>
            <a:rect r="r" b="b" t="t" l="l"/>
            <a:pathLst>
              <a:path h="2056736" w="937364">
                <a:moveTo>
                  <a:pt x="0" y="0"/>
                </a:moveTo>
                <a:lnTo>
                  <a:pt x="937364" y="0"/>
                </a:lnTo>
                <a:lnTo>
                  <a:pt x="937364" y="2056736"/>
                </a:lnTo>
                <a:lnTo>
                  <a:pt x="0" y="2056736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262036" y="6724838"/>
            <a:ext cx="1118300" cy="629549"/>
            <a:chOff x="0" y="0"/>
            <a:chExt cx="1491067" cy="8393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91107" cy="839470"/>
            </a:xfrm>
            <a:custGeom>
              <a:avLst/>
              <a:gdLst/>
              <a:ahLst/>
              <a:cxnLst/>
              <a:rect r="r" b="b" t="t" l="l"/>
              <a:pathLst>
                <a:path h="839470" w="1491107">
                  <a:moveTo>
                    <a:pt x="0" y="724281"/>
                  </a:moveTo>
                  <a:lnTo>
                    <a:pt x="9398" y="822452"/>
                  </a:lnTo>
                  <a:lnTo>
                    <a:pt x="38735" y="839470"/>
                  </a:lnTo>
                  <a:lnTo>
                    <a:pt x="1491107" y="700151"/>
                  </a:lnTo>
                  <a:lnTo>
                    <a:pt x="1474470" y="525907"/>
                  </a:lnTo>
                  <a:cubicBezTo>
                    <a:pt x="1472438" y="504698"/>
                    <a:pt x="1460246" y="485775"/>
                    <a:pt x="1441831" y="475234"/>
                  </a:cubicBezTo>
                  <a:lnTo>
                    <a:pt x="1400429" y="43434"/>
                  </a:lnTo>
                  <a:lnTo>
                    <a:pt x="890524" y="0"/>
                  </a:lnTo>
                  <a:lnTo>
                    <a:pt x="772922" y="151003"/>
                  </a:lnTo>
                  <a:lnTo>
                    <a:pt x="537591" y="350139"/>
                  </a:lnTo>
                  <a:cubicBezTo>
                    <a:pt x="455041" y="419989"/>
                    <a:pt x="362585" y="477520"/>
                    <a:pt x="263398" y="520573"/>
                  </a:cubicBezTo>
                  <a:cubicBezTo>
                    <a:pt x="164211" y="563626"/>
                    <a:pt x="51308" y="612394"/>
                    <a:pt x="44831" y="613029"/>
                  </a:cubicBezTo>
                  <a:cubicBezTo>
                    <a:pt x="34417" y="614045"/>
                    <a:pt x="7620" y="699262"/>
                    <a:pt x="1270" y="719836"/>
                  </a:cubicBezTo>
                  <a:cubicBezTo>
                    <a:pt x="381" y="722757"/>
                    <a:pt x="0" y="724281"/>
                    <a:pt x="0" y="7242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267438" y="7191083"/>
            <a:ext cx="1112928" cy="163304"/>
            <a:chOff x="0" y="0"/>
            <a:chExt cx="1483904" cy="2177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83868" cy="217805"/>
            </a:xfrm>
            <a:custGeom>
              <a:avLst/>
              <a:gdLst/>
              <a:ahLst/>
              <a:cxnLst/>
              <a:rect r="r" b="b" t="t" l="l"/>
              <a:pathLst>
                <a:path h="217805" w="1483868">
                  <a:moveTo>
                    <a:pt x="0" y="177165"/>
                  </a:moveTo>
                  <a:lnTo>
                    <a:pt x="2286" y="200787"/>
                  </a:lnTo>
                  <a:lnTo>
                    <a:pt x="31623" y="217805"/>
                  </a:lnTo>
                  <a:lnTo>
                    <a:pt x="1483868" y="78486"/>
                  </a:lnTo>
                  <a:lnTo>
                    <a:pt x="1476375" y="0"/>
                  </a:lnTo>
                  <a:lnTo>
                    <a:pt x="0" y="17716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62065" y="7081216"/>
            <a:ext cx="1116878" cy="260450"/>
            <a:chOff x="0" y="0"/>
            <a:chExt cx="1489171" cy="3472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89202" cy="347218"/>
            </a:xfrm>
            <a:custGeom>
              <a:avLst/>
              <a:gdLst/>
              <a:ahLst/>
              <a:cxnLst/>
              <a:rect r="r" b="b" t="t" l="l"/>
              <a:pathLst>
                <a:path h="347218" w="1489202">
                  <a:moveTo>
                    <a:pt x="0" y="249047"/>
                  </a:moveTo>
                  <a:lnTo>
                    <a:pt x="9398" y="347218"/>
                  </a:lnTo>
                  <a:lnTo>
                    <a:pt x="1489202" y="205359"/>
                  </a:lnTo>
                  <a:lnTo>
                    <a:pt x="1474343" y="50673"/>
                  </a:lnTo>
                  <a:cubicBezTo>
                    <a:pt x="1472311" y="29464"/>
                    <a:pt x="1460119" y="10541"/>
                    <a:pt x="1441704" y="0"/>
                  </a:cubicBezTo>
                  <a:lnTo>
                    <a:pt x="1270" y="244729"/>
                  </a:lnTo>
                  <a:cubicBezTo>
                    <a:pt x="381" y="247650"/>
                    <a:pt x="0" y="249174"/>
                    <a:pt x="0" y="2491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259320" y="6902213"/>
            <a:ext cx="1088389" cy="386888"/>
          </a:xfrm>
          <a:custGeom>
            <a:avLst/>
            <a:gdLst/>
            <a:ahLst/>
            <a:cxnLst/>
            <a:rect r="r" b="b" t="t" l="l"/>
            <a:pathLst>
              <a:path h="386888" w="1088389">
                <a:moveTo>
                  <a:pt x="0" y="0"/>
                </a:moveTo>
                <a:lnTo>
                  <a:pt x="1088389" y="0"/>
                </a:lnTo>
                <a:lnTo>
                  <a:pt x="1088389" y="386888"/>
                </a:lnTo>
                <a:lnTo>
                  <a:pt x="0" y="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885865" y="4779217"/>
            <a:ext cx="2433794" cy="1886722"/>
          </a:xfrm>
          <a:custGeom>
            <a:avLst/>
            <a:gdLst/>
            <a:ahLst/>
            <a:cxnLst/>
            <a:rect r="r" b="b" t="t" l="l"/>
            <a:pathLst>
              <a:path h="1886722" w="2433794">
                <a:moveTo>
                  <a:pt x="0" y="0"/>
                </a:moveTo>
                <a:lnTo>
                  <a:pt x="2433794" y="0"/>
                </a:lnTo>
                <a:lnTo>
                  <a:pt x="2433794" y="1886722"/>
                </a:lnTo>
                <a:lnTo>
                  <a:pt x="0" y="188672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0881432" y="4774832"/>
            <a:ext cx="1872566" cy="1895465"/>
          </a:xfrm>
          <a:custGeom>
            <a:avLst/>
            <a:gdLst/>
            <a:ahLst/>
            <a:cxnLst/>
            <a:rect r="r" b="b" t="t" l="l"/>
            <a:pathLst>
              <a:path h="1895465" w="1872566">
                <a:moveTo>
                  <a:pt x="0" y="0"/>
                </a:moveTo>
                <a:lnTo>
                  <a:pt x="1872566" y="0"/>
                </a:lnTo>
                <a:lnTo>
                  <a:pt x="1872566" y="1895465"/>
                </a:lnTo>
                <a:lnTo>
                  <a:pt x="0" y="189546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495416" y="4890385"/>
            <a:ext cx="896094" cy="330440"/>
            <a:chOff x="0" y="0"/>
            <a:chExt cx="1194792" cy="44058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-762" y="-762"/>
              <a:ext cx="1196340" cy="441325"/>
            </a:xfrm>
            <a:custGeom>
              <a:avLst/>
              <a:gdLst/>
              <a:ahLst/>
              <a:cxnLst/>
              <a:rect r="r" b="b" t="t" l="l"/>
              <a:pathLst>
                <a:path h="441325" w="1196340">
                  <a:moveTo>
                    <a:pt x="1189736" y="441325"/>
                  </a:moveTo>
                  <a:cubicBezTo>
                    <a:pt x="1189101" y="441325"/>
                    <a:pt x="1188466" y="441198"/>
                    <a:pt x="1187704" y="440944"/>
                  </a:cubicBezTo>
                  <a:lnTo>
                    <a:pt x="4572" y="12065"/>
                  </a:lnTo>
                  <a:cubicBezTo>
                    <a:pt x="1524" y="10922"/>
                    <a:pt x="0" y="7620"/>
                    <a:pt x="1143" y="4572"/>
                  </a:cubicBezTo>
                  <a:cubicBezTo>
                    <a:pt x="2286" y="1524"/>
                    <a:pt x="5461" y="0"/>
                    <a:pt x="8509" y="1143"/>
                  </a:cubicBezTo>
                  <a:lnTo>
                    <a:pt x="1191768" y="430022"/>
                  </a:lnTo>
                  <a:cubicBezTo>
                    <a:pt x="1194816" y="431165"/>
                    <a:pt x="1196340" y="434467"/>
                    <a:pt x="1195197" y="437515"/>
                  </a:cubicBezTo>
                  <a:cubicBezTo>
                    <a:pt x="1194308" y="439928"/>
                    <a:pt x="1192149" y="441325"/>
                    <a:pt x="1189736" y="441325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82947" y="5478793"/>
            <a:ext cx="31531" cy="173659"/>
            <a:chOff x="0" y="0"/>
            <a:chExt cx="42042" cy="23154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381" y="-508"/>
              <a:ext cx="42799" cy="232156"/>
            </a:xfrm>
            <a:custGeom>
              <a:avLst/>
              <a:gdLst/>
              <a:ahLst/>
              <a:cxnLst/>
              <a:rect r="r" b="b" t="t" l="l"/>
              <a:pathLst>
                <a:path h="232156" w="42799">
                  <a:moveTo>
                    <a:pt x="36576" y="232029"/>
                  </a:moveTo>
                  <a:cubicBezTo>
                    <a:pt x="33655" y="232029"/>
                    <a:pt x="31242" y="229997"/>
                    <a:pt x="30861" y="227076"/>
                  </a:cubicBezTo>
                  <a:lnTo>
                    <a:pt x="381" y="7112"/>
                  </a:lnTo>
                  <a:cubicBezTo>
                    <a:pt x="0" y="3937"/>
                    <a:pt x="2159" y="1016"/>
                    <a:pt x="5334" y="508"/>
                  </a:cubicBezTo>
                  <a:cubicBezTo>
                    <a:pt x="8509" y="0"/>
                    <a:pt x="11557" y="2413"/>
                    <a:pt x="11938" y="5588"/>
                  </a:cubicBezTo>
                  <a:lnTo>
                    <a:pt x="42418" y="225552"/>
                  </a:lnTo>
                  <a:cubicBezTo>
                    <a:pt x="42799" y="228727"/>
                    <a:pt x="40640" y="231648"/>
                    <a:pt x="37465" y="232156"/>
                  </a:cubicBezTo>
                  <a:cubicBezTo>
                    <a:pt x="37211" y="232156"/>
                    <a:pt x="36957" y="232156"/>
                    <a:pt x="36703" y="232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960096" y="6009893"/>
            <a:ext cx="671126" cy="2060878"/>
            <a:chOff x="0" y="0"/>
            <a:chExt cx="894835" cy="274783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-1905"/>
              <a:ext cx="935101" cy="2749804"/>
            </a:xfrm>
            <a:custGeom>
              <a:avLst/>
              <a:gdLst/>
              <a:ahLst/>
              <a:cxnLst/>
              <a:rect r="r" b="b" t="t" l="l"/>
              <a:pathLst>
                <a:path h="2749804" w="935101">
                  <a:moveTo>
                    <a:pt x="889381" y="473075"/>
                  </a:moveTo>
                  <a:cubicBezTo>
                    <a:pt x="758952" y="1194689"/>
                    <a:pt x="467487" y="2749804"/>
                    <a:pt x="467487" y="2749804"/>
                  </a:cubicBezTo>
                  <a:lnTo>
                    <a:pt x="0" y="2667635"/>
                  </a:lnTo>
                  <a:lnTo>
                    <a:pt x="81280" y="392430"/>
                  </a:lnTo>
                  <a:cubicBezTo>
                    <a:pt x="80264" y="201803"/>
                    <a:pt x="200279" y="0"/>
                    <a:pt x="429514" y="1905"/>
                  </a:cubicBezTo>
                  <a:cubicBezTo>
                    <a:pt x="686054" y="4064"/>
                    <a:pt x="935101" y="220599"/>
                    <a:pt x="889381" y="473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10955735" y="6005568"/>
            <a:ext cx="679746" cy="2069590"/>
          </a:xfrm>
          <a:custGeom>
            <a:avLst/>
            <a:gdLst/>
            <a:ahLst/>
            <a:cxnLst/>
            <a:rect r="r" b="b" t="t" l="l"/>
            <a:pathLst>
              <a:path h="2069590" w="679746">
                <a:moveTo>
                  <a:pt x="0" y="0"/>
                </a:moveTo>
                <a:lnTo>
                  <a:pt x="679746" y="0"/>
                </a:lnTo>
                <a:lnTo>
                  <a:pt x="679746" y="2069590"/>
                </a:lnTo>
                <a:lnTo>
                  <a:pt x="0" y="206959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0914241" y="5449898"/>
            <a:ext cx="2464859" cy="2188642"/>
          </a:xfrm>
          <a:custGeom>
            <a:avLst/>
            <a:gdLst/>
            <a:ahLst/>
            <a:cxnLst/>
            <a:rect r="r" b="b" t="t" l="l"/>
            <a:pathLst>
              <a:path h="2188642" w="2464859">
                <a:moveTo>
                  <a:pt x="0" y="0"/>
                </a:moveTo>
                <a:lnTo>
                  <a:pt x="2464859" y="0"/>
                </a:lnTo>
                <a:lnTo>
                  <a:pt x="2464859" y="2188642"/>
                </a:lnTo>
                <a:lnTo>
                  <a:pt x="0" y="218864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415728" y="7915049"/>
            <a:ext cx="1091233" cy="792185"/>
            <a:chOff x="0" y="0"/>
            <a:chExt cx="1454978" cy="105624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55039" cy="1056386"/>
            </a:xfrm>
            <a:custGeom>
              <a:avLst/>
              <a:gdLst/>
              <a:ahLst/>
              <a:cxnLst/>
              <a:rect r="r" b="b" t="t" l="l"/>
              <a:pathLst>
                <a:path h="1056386" w="1455039">
                  <a:moveTo>
                    <a:pt x="0" y="951484"/>
                  </a:moveTo>
                  <a:lnTo>
                    <a:pt x="29210" y="1045718"/>
                  </a:lnTo>
                  <a:lnTo>
                    <a:pt x="61468" y="1056386"/>
                  </a:lnTo>
                  <a:lnTo>
                    <a:pt x="1455039" y="624586"/>
                  </a:lnTo>
                  <a:lnTo>
                    <a:pt x="1403223" y="457327"/>
                  </a:lnTo>
                  <a:cubicBezTo>
                    <a:pt x="1396873" y="437007"/>
                    <a:pt x="1381252" y="421005"/>
                    <a:pt x="1360932" y="414274"/>
                  </a:cubicBezTo>
                  <a:lnTo>
                    <a:pt x="1232535" y="0"/>
                  </a:lnTo>
                  <a:lnTo>
                    <a:pt x="724535" y="61214"/>
                  </a:lnTo>
                  <a:lnTo>
                    <a:pt x="640207" y="233045"/>
                  </a:lnTo>
                  <a:lnTo>
                    <a:pt x="450342" y="475869"/>
                  </a:lnTo>
                  <a:cubicBezTo>
                    <a:pt x="383667" y="561086"/>
                    <a:pt x="304927" y="636016"/>
                    <a:pt x="216535" y="698500"/>
                  </a:cubicBezTo>
                  <a:cubicBezTo>
                    <a:pt x="128143" y="760984"/>
                    <a:pt x="27559" y="831596"/>
                    <a:pt x="21209" y="833501"/>
                  </a:cubicBezTo>
                  <a:cubicBezTo>
                    <a:pt x="11303" y="836549"/>
                    <a:pt x="2413" y="925449"/>
                    <a:pt x="381" y="946912"/>
                  </a:cubicBezTo>
                  <a:cubicBezTo>
                    <a:pt x="127" y="949833"/>
                    <a:pt x="0" y="951484"/>
                    <a:pt x="0" y="9514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432369" y="8327012"/>
            <a:ext cx="1074622" cy="380221"/>
            <a:chOff x="0" y="0"/>
            <a:chExt cx="1432829" cy="50696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2814" cy="506984"/>
            </a:xfrm>
            <a:custGeom>
              <a:avLst/>
              <a:gdLst/>
              <a:ahLst/>
              <a:cxnLst/>
              <a:rect r="r" b="b" t="t" l="l"/>
              <a:pathLst>
                <a:path h="506984" w="1432814">
                  <a:moveTo>
                    <a:pt x="0" y="473710"/>
                  </a:moveTo>
                  <a:lnTo>
                    <a:pt x="6985" y="496316"/>
                  </a:lnTo>
                  <a:lnTo>
                    <a:pt x="39243" y="506984"/>
                  </a:lnTo>
                  <a:lnTo>
                    <a:pt x="1432814" y="75311"/>
                  </a:lnTo>
                  <a:lnTo>
                    <a:pt x="1409446" y="0"/>
                  </a:lnTo>
                  <a:lnTo>
                    <a:pt x="0" y="47371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415728" y="8225800"/>
            <a:ext cx="1086848" cy="473476"/>
            <a:chOff x="0" y="0"/>
            <a:chExt cx="1449131" cy="63130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49070" cy="631317"/>
            </a:xfrm>
            <a:custGeom>
              <a:avLst/>
              <a:gdLst/>
              <a:ahLst/>
              <a:cxnLst/>
              <a:rect r="r" b="b" t="t" l="l"/>
              <a:pathLst>
                <a:path h="631317" w="1449070">
                  <a:moveTo>
                    <a:pt x="0" y="537083"/>
                  </a:moveTo>
                  <a:lnTo>
                    <a:pt x="29210" y="631317"/>
                  </a:lnTo>
                  <a:lnTo>
                    <a:pt x="1449070" y="191516"/>
                  </a:lnTo>
                  <a:lnTo>
                    <a:pt x="1403223" y="43053"/>
                  </a:lnTo>
                  <a:cubicBezTo>
                    <a:pt x="1396873" y="22733"/>
                    <a:pt x="1381252" y="6731"/>
                    <a:pt x="1360932" y="0"/>
                  </a:cubicBezTo>
                  <a:lnTo>
                    <a:pt x="381" y="532511"/>
                  </a:lnTo>
                  <a:cubicBezTo>
                    <a:pt x="127" y="535432"/>
                    <a:pt x="0" y="537083"/>
                    <a:pt x="0" y="5370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0416322" y="8163498"/>
            <a:ext cx="1024439" cy="485507"/>
          </a:xfrm>
          <a:custGeom>
            <a:avLst/>
            <a:gdLst/>
            <a:ahLst/>
            <a:cxnLst/>
            <a:rect r="r" b="b" t="t" l="l"/>
            <a:pathLst>
              <a:path h="485507" w="1024439">
                <a:moveTo>
                  <a:pt x="0" y="0"/>
                </a:moveTo>
                <a:lnTo>
                  <a:pt x="1024438" y="0"/>
                </a:lnTo>
                <a:lnTo>
                  <a:pt x="1024438" y="485507"/>
                </a:lnTo>
                <a:lnTo>
                  <a:pt x="0" y="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1516461" y="6303030"/>
            <a:ext cx="107627" cy="132284"/>
            <a:chOff x="0" y="0"/>
            <a:chExt cx="143502" cy="1763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-762" y="-762"/>
              <a:ext cx="145034" cy="177165"/>
            </a:xfrm>
            <a:custGeom>
              <a:avLst/>
              <a:gdLst/>
              <a:ahLst/>
              <a:cxnLst/>
              <a:rect r="r" b="b" t="t" l="l"/>
              <a:pathLst>
                <a:path h="177165" w="145034">
                  <a:moveTo>
                    <a:pt x="138430" y="177165"/>
                  </a:moveTo>
                  <a:cubicBezTo>
                    <a:pt x="136779" y="177165"/>
                    <a:pt x="135001" y="176403"/>
                    <a:pt x="133858" y="175006"/>
                  </a:cubicBezTo>
                  <a:lnTo>
                    <a:pt x="2032" y="10160"/>
                  </a:lnTo>
                  <a:cubicBezTo>
                    <a:pt x="0" y="7747"/>
                    <a:pt x="508" y="4064"/>
                    <a:pt x="2921" y="2032"/>
                  </a:cubicBezTo>
                  <a:cubicBezTo>
                    <a:pt x="5334" y="0"/>
                    <a:pt x="9144" y="508"/>
                    <a:pt x="11049" y="2921"/>
                  </a:cubicBezTo>
                  <a:lnTo>
                    <a:pt x="143002" y="167640"/>
                  </a:lnTo>
                  <a:cubicBezTo>
                    <a:pt x="145034" y="170180"/>
                    <a:pt x="144653" y="173736"/>
                    <a:pt x="142113" y="175768"/>
                  </a:cubicBezTo>
                  <a:cubicBezTo>
                    <a:pt x="140970" y="176657"/>
                    <a:pt x="139700" y="177038"/>
                    <a:pt x="138430" y="1770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1725417" y="4943008"/>
            <a:ext cx="1102816" cy="299618"/>
            <a:chOff x="0" y="0"/>
            <a:chExt cx="1470421" cy="3994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72692" cy="401701"/>
            </a:xfrm>
            <a:custGeom>
              <a:avLst/>
              <a:gdLst/>
              <a:ahLst/>
              <a:cxnLst/>
              <a:rect r="r" b="b" t="t" l="l"/>
              <a:pathLst>
                <a:path h="401701" w="1472692">
                  <a:moveTo>
                    <a:pt x="1441450" y="399034"/>
                  </a:moveTo>
                  <a:lnTo>
                    <a:pt x="0" y="92456"/>
                  </a:lnTo>
                  <a:lnTo>
                    <a:pt x="19685" y="0"/>
                  </a:lnTo>
                  <a:lnTo>
                    <a:pt x="1452245" y="352171"/>
                  </a:lnTo>
                  <a:cubicBezTo>
                    <a:pt x="1464818" y="355219"/>
                    <a:pt x="1472692" y="367792"/>
                    <a:pt x="1470025" y="380492"/>
                  </a:cubicBezTo>
                  <a:cubicBezTo>
                    <a:pt x="1467231" y="393446"/>
                    <a:pt x="1454531" y="401701"/>
                    <a:pt x="1441577" y="398907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721026" y="4938652"/>
            <a:ext cx="1111518" cy="308371"/>
          </a:xfrm>
          <a:custGeom>
            <a:avLst/>
            <a:gdLst/>
            <a:ahLst/>
            <a:cxnLst/>
            <a:rect r="r" b="b" t="t" l="l"/>
            <a:pathLst>
              <a:path h="308371" w="1111518">
                <a:moveTo>
                  <a:pt x="0" y="0"/>
                </a:moveTo>
                <a:lnTo>
                  <a:pt x="1111518" y="0"/>
                </a:lnTo>
                <a:lnTo>
                  <a:pt x="1111518" y="308371"/>
                </a:lnTo>
                <a:lnTo>
                  <a:pt x="0" y="308371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1106085" y="4132338"/>
            <a:ext cx="1099901" cy="952990"/>
            <a:chOff x="0" y="0"/>
            <a:chExt cx="1466534" cy="12706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-635" y="-6350"/>
              <a:ext cx="1467866" cy="1283335"/>
            </a:xfrm>
            <a:custGeom>
              <a:avLst/>
              <a:gdLst/>
              <a:ahLst/>
              <a:cxnLst/>
              <a:rect r="r" b="b" t="t" l="l"/>
              <a:pathLst>
                <a:path h="1283335" w="1467866">
                  <a:moveTo>
                    <a:pt x="1397889" y="1275715"/>
                  </a:moveTo>
                  <a:lnTo>
                    <a:pt x="61976" y="991489"/>
                  </a:lnTo>
                  <a:cubicBezTo>
                    <a:pt x="35560" y="985901"/>
                    <a:pt x="16383" y="963295"/>
                    <a:pt x="15875" y="937133"/>
                  </a:cubicBezTo>
                  <a:lnTo>
                    <a:pt x="635" y="62357"/>
                  </a:lnTo>
                  <a:cubicBezTo>
                    <a:pt x="0" y="26670"/>
                    <a:pt x="33782" y="0"/>
                    <a:pt x="69977" y="7747"/>
                  </a:cubicBezTo>
                  <a:lnTo>
                    <a:pt x="1405890" y="291846"/>
                  </a:lnTo>
                  <a:cubicBezTo>
                    <a:pt x="1432306" y="297434"/>
                    <a:pt x="1451483" y="320040"/>
                    <a:pt x="1451991" y="346202"/>
                  </a:cubicBezTo>
                  <a:lnTo>
                    <a:pt x="1467231" y="1220978"/>
                  </a:lnTo>
                  <a:cubicBezTo>
                    <a:pt x="1467866" y="1256665"/>
                    <a:pt x="1434084" y="1283335"/>
                    <a:pt x="1398016" y="127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11101786" y="4127972"/>
            <a:ext cx="1108584" cy="961727"/>
          </a:xfrm>
          <a:custGeom>
            <a:avLst/>
            <a:gdLst/>
            <a:ahLst/>
            <a:cxnLst/>
            <a:rect r="r" b="b" t="t" l="l"/>
            <a:pathLst>
              <a:path h="961727" w="1108584">
                <a:moveTo>
                  <a:pt x="0" y="0"/>
                </a:moveTo>
                <a:lnTo>
                  <a:pt x="1108584" y="0"/>
                </a:lnTo>
                <a:lnTo>
                  <a:pt x="1108584" y="961727"/>
                </a:lnTo>
                <a:lnTo>
                  <a:pt x="0" y="961727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072650" y="4126582"/>
            <a:ext cx="1095245" cy="978193"/>
            <a:chOff x="0" y="0"/>
            <a:chExt cx="1460326" cy="130425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-381" y="-6477"/>
              <a:ext cx="1461135" cy="1317244"/>
            </a:xfrm>
            <a:custGeom>
              <a:avLst/>
              <a:gdLst/>
              <a:ahLst/>
              <a:cxnLst/>
              <a:rect r="r" b="b" t="t" l="l"/>
              <a:pathLst>
                <a:path h="1317244" w="1461135">
                  <a:moveTo>
                    <a:pt x="1390904" y="1309497"/>
                  </a:moveTo>
                  <a:lnTo>
                    <a:pt x="54991" y="1025271"/>
                  </a:lnTo>
                  <a:cubicBezTo>
                    <a:pt x="28575" y="1019683"/>
                    <a:pt x="9525" y="996442"/>
                    <a:pt x="9271" y="969391"/>
                  </a:cubicBezTo>
                  <a:lnTo>
                    <a:pt x="381" y="64770"/>
                  </a:lnTo>
                  <a:cubicBezTo>
                    <a:pt x="0" y="27813"/>
                    <a:pt x="34036" y="0"/>
                    <a:pt x="70104" y="7747"/>
                  </a:cubicBezTo>
                  <a:lnTo>
                    <a:pt x="1406144" y="291973"/>
                  </a:lnTo>
                  <a:cubicBezTo>
                    <a:pt x="1432560" y="297561"/>
                    <a:pt x="1451610" y="320802"/>
                    <a:pt x="1451864" y="347853"/>
                  </a:cubicBezTo>
                  <a:lnTo>
                    <a:pt x="1460754" y="1252474"/>
                  </a:lnTo>
                  <a:cubicBezTo>
                    <a:pt x="1461135" y="1289431"/>
                    <a:pt x="1427099" y="1317244"/>
                    <a:pt x="1391031" y="13094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5267400">
            <a:off x="11519264" y="4559912"/>
            <a:ext cx="113845" cy="75916"/>
            <a:chOff x="0" y="0"/>
            <a:chExt cx="151794" cy="10122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1892" cy="101346"/>
            </a:xfrm>
            <a:custGeom>
              <a:avLst/>
              <a:gdLst/>
              <a:ahLst/>
              <a:cxnLst/>
              <a:rect r="r" b="b" t="t" l="l"/>
              <a:pathLst>
                <a:path h="101346" w="151892">
                  <a:moveTo>
                    <a:pt x="151765" y="50673"/>
                  </a:moveTo>
                  <a:cubicBezTo>
                    <a:pt x="151765" y="78613"/>
                    <a:pt x="117729" y="101346"/>
                    <a:pt x="75819" y="101346"/>
                  </a:cubicBezTo>
                  <a:cubicBezTo>
                    <a:pt x="33909" y="101346"/>
                    <a:pt x="0" y="78613"/>
                    <a:pt x="0" y="50673"/>
                  </a:cubicBezTo>
                  <a:cubicBezTo>
                    <a:pt x="0" y="22733"/>
                    <a:pt x="34036" y="0"/>
                    <a:pt x="75946" y="0"/>
                  </a:cubicBezTo>
                  <a:cubicBezTo>
                    <a:pt x="117856" y="0"/>
                    <a:pt x="151892" y="22606"/>
                    <a:pt x="151892" y="506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40997" y="3768685"/>
            <a:ext cx="1528958" cy="1995173"/>
            <a:chOff x="0" y="0"/>
            <a:chExt cx="2038611" cy="266023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38604" cy="2660269"/>
            </a:xfrm>
            <a:custGeom>
              <a:avLst/>
              <a:gdLst/>
              <a:ahLst/>
              <a:cxnLst/>
              <a:rect r="r" b="b" t="t" l="l"/>
              <a:pathLst>
                <a:path h="2660269" w="2038604">
                  <a:moveTo>
                    <a:pt x="2038604" y="484886"/>
                  </a:moveTo>
                  <a:lnTo>
                    <a:pt x="1510792" y="94361"/>
                  </a:lnTo>
                  <a:cubicBezTo>
                    <a:pt x="1368933" y="168275"/>
                    <a:pt x="1252093" y="153289"/>
                    <a:pt x="1182116" y="136906"/>
                  </a:cubicBezTo>
                  <a:cubicBezTo>
                    <a:pt x="1055116" y="107315"/>
                    <a:pt x="1053338" y="0"/>
                    <a:pt x="1053338" y="0"/>
                  </a:cubicBezTo>
                  <a:lnTo>
                    <a:pt x="510794" y="36195"/>
                  </a:lnTo>
                  <a:cubicBezTo>
                    <a:pt x="510794" y="36195"/>
                    <a:pt x="420878" y="649986"/>
                    <a:pt x="362966" y="862457"/>
                  </a:cubicBezTo>
                  <a:lnTo>
                    <a:pt x="0" y="1856740"/>
                  </a:lnTo>
                  <a:lnTo>
                    <a:pt x="347853" y="2327529"/>
                  </a:lnTo>
                  <a:lnTo>
                    <a:pt x="498221" y="2103120"/>
                  </a:lnTo>
                  <a:lnTo>
                    <a:pt x="441960" y="2394458"/>
                  </a:lnTo>
                  <a:lnTo>
                    <a:pt x="1377569" y="2660269"/>
                  </a:lnTo>
                  <a:lnTo>
                    <a:pt x="1773809" y="913257"/>
                  </a:lnTo>
                  <a:cubicBezTo>
                    <a:pt x="1699895" y="573405"/>
                    <a:pt x="2038604" y="484886"/>
                    <a:pt x="2038604" y="4848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2255116" y="3764317"/>
            <a:ext cx="1264211" cy="1754425"/>
          </a:xfrm>
          <a:custGeom>
            <a:avLst/>
            <a:gdLst/>
            <a:ahLst/>
            <a:cxnLst/>
            <a:rect r="r" b="b" t="t" l="l"/>
            <a:pathLst>
              <a:path h="1754425" w="1264211">
                <a:moveTo>
                  <a:pt x="0" y="0"/>
                </a:moveTo>
                <a:lnTo>
                  <a:pt x="1264211" y="0"/>
                </a:lnTo>
                <a:lnTo>
                  <a:pt x="1264211" y="1754425"/>
                </a:lnTo>
                <a:lnTo>
                  <a:pt x="0" y="1754425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2668135" y="5095664"/>
            <a:ext cx="860971" cy="672551"/>
            <a:chOff x="0" y="0"/>
            <a:chExt cx="1147962" cy="89673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-508" y="-508"/>
              <a:ext cx="1149096" cy="897255"/>
            </a:xfrm>
            <a:custGeom>
              <a:avLst/>
              <a:gdLst/>
              <a:ahLst/>
              <a:cxnLst/>
              <a:rect r="r" b="b" t="t" l="l"/>
              <a:pathLst>
                <a:path h="897255" w="1149096">
                  <a:moveTo>
                    <a:pt x="941832" y="897255"/>
                  </a:moveTo>
                  <a:cubicBezTo>
                    <a:pt x="941324" y="897255"/>
                    <a:pt x="940689" y="897128"/>
                    <a:pt x="940181" y="897001"/>
                  </a:cubicBezTo>
                  <a:lnTo>
                    <a:pt x="4699" y="631317"/>
                  </a:lnTo>
                  <a:cubicBezTo>
                    <a:pt x="1778" y="630555"/>
                    <a:pt x="0" y="627634"/>
                    <a:pt x="635" y="624586"/>
                  </a:cubicBezTo>
                  <a:lnTo>
                    <a:pt x="56896" y="333121"/>
                  </a:lnTo>
                  <a:cubicBezTo>
                    <a:pt x="57531" y="329946"/>
                    <a:pt x="60579" y="327914"/>
                    <a:pt x="63754" y="328549"/>
                  </a:cubicBezTo>
                  <a:cubicBezTo>
                    <a:pt x="66929" y="329184"/>
                    <a:pt x="68961" y="332232"/>
                    <a:pt x="68326" y="335407"/>
                  </a:cubicBezTo>
                  <a:lnTo>
                    <a:pt x="13081" y="621538"/>
                  </a:lnTo>
                  <a:lnTo>
                    <a:pt x="937641" y="884174"/>
                  </a:lnTo>
                  <a:lnTo>
                    <a:pt x="1137031" y="5080"/>
                  </a:lnTo>
                  <a:cubicBezTo>
                    <a:pt x="1137666" y="1905"/>
                    <a:pt x="1140841" y="0"/>
                    <a:pt x="1144016" y="762"/>
                  </a:cubicBezTo>
                  <a:cubicBezTo>
                    <a:pt x="1147191" y="1524"/>
                    <a:pt x="1149096" y="4572"/>
                    <a:pt x="1148334" y="7747"/>
                  </a:cubicBezTo>
                  <a:lnTo>
                    <a:pt x="947547" y="892683"/>
                  </a:lnTo>
                  <a:cubicBezTo>
                    <a:pt x="947166" y="894207"/>
                    <a:pt x="946277" y="895604"/>
                    <a:pt x="944880" y="896366"/>
                  </a:cubicBezTo>
                  <a:cubicBezTo>
                    <a:pt x="943991" y="896874"/>
                    <a:pt x="942975" y="897128"/>
                    <a:pt x="941959" y="8971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298639" y="4099852"/>
            <a:ext cx="640540" cy="1301875"/>
            <a:chOff x="0" y="0"/>
            <a:chExt cx="854053" cy="17358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21844" y="-17399"/>
              <a:ext cx="912368" cy="1786509"/>
            </a:xfrm>
            <a:custGeom>
              <a:avLst/>
              <a:gdLst/>
              <a:ahLst/>
              <a:cxnLst/>
              <a:rect r="r" b="b" t="t" l="l"/>
              <a:pathLst>
                <a:path h="1786509" w="912368">
                  <a:moveTo>
                    <a:pt x="859028" y="422910"/>
                  </a:moveTo>
                  <a:lnTo>
                    <a:pt x="550545" y="1532890"/>
                  </a:lnTo>
                  <a:cubicBezTo>
                    <a:pt x="501396" y="1693799"/>
                    <a:pt x="333248" y="1786509"/>
                    <a:pt x="170815" y="1742186"/>
                  </a:cubicBezTo>
                  <a:cubicBezTo>
                    <a:pt x="1270" y="1695831"/>
                    <a:pt x="0" y="1530985"/>
                    <a:pt x="51689" y="1362837"/>
                  </a:cubicBezTo>
                  <a:lnTo>
                    <a:pt x="380873" y="163195"/>
                  </a:lnTo>
                  <a:cubicBezTo>
                    <a:pt x="427990" y="10287"/>
                    <a:pt x="501650" y="0"/>
                    <a:pt x="658368" y="32385"/>
                  </a:cubicBezTo>
                  <a:cubicBezTo>
                    <a:pt x="837438" y="69342"/>
                    <a:pt x="912368" y="248158"/>
                    <a:pt x="858901" y="423037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976170" y="4759650"/>
            <a:ext cx="524094" cy="340420"/>
            <a:chOff x="0" y="0"/>
            <a:chExt cx="698792" cy="45389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-762" y="-39370"/>
              <a:ext cx="699516" cy="493268"/>
            </a:xfrm>
            <a:custGeom>
              <a:avLst/>
              <a:gdLst/>
              <a:ahLst/>
              <a:cxnLst/>
              <a:rect r="r" b="b" t="t" l="l"/>
              <a:pathLst>
                <a:path h="493268" w="699516">
                  <a:moveTo>
                    <a:pt x="699516" y="306705"/>
                  </a:moveTo>
                  <a:cubicBezTo>
                    <a:pt x="699516" y="306705"/>
                    <a:pt x="388493" y="118364"/>
                    <a:pt x="297180" y="55753"/>
                  </a:cubicBezTo>
                  <a:cubicBezTo>
                    <a:pt x="216154" y="0"/>
                    <a:pt x="91059" y="101473"/>
                    <a:pt x="25654" y="143637"/>
                  </a:cubicBezTo>
                  <a:cubicBezTo>
                    <a:pt x="11303" y="152908"/>
                    <a:pt x="1905" y="168275"/>
                    <a:pt x="762" y="185293"/>
                  </a:cubicBezTo>
                  <a:cubicBezTo>
                    <a:pt x="0" y="197866"/>
                    <a:pt x="11684" y="206629"/>
                    <a:pt x="28067" y="216408"/>
                  </a:cubicBezTo>
                  <a:cubicBezTo>
                    <a:pt x="50038" y="229362"/>
                    <a:pt x="205232" y="163068"/>
                    <a:pt x="240284" y="179451"/>
                  </a:cubicBezTo>
                  <a:cubicBezTo>
                    <a:pt x="264795" y="191008"/>
                    <a:pt x="597662" y="493268"/>
                    <a:pt x="597662" y="493268"/>
                  </a:cubicBezTo>
                  <a:lnTo>
                    <a:pt x="699516" y="30670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981081" y="4834921"/>
            <a:ext cx="518429" cy="346786"/>
            <a:chOff x="0" y="0"/>
            <a:chExt cx="691238" cy="4623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-5080" y="-37973"/>
              <a:ext cx="696341" cy="500380"/>
            </a:xfrm>
            <a:custGeom>
              <a:avLst/>
              <a:gdLst/>
              <a:ahLst/>
              <a:cxnLst/>
              <a:rect r="r" b="b" t="t" l="l"/>
              <a:pathLst>
                <a:path h="500380" w="696341">
                  <a:moveTo>
                    <a:pt x="696341" y="332232"/>
                  </a:moveTo>
                  <a:cubicBezTo>
                    <a:pt x="696341" y="332232"/>
                    <a:pt x="412623" y="125476"/>
                    <a:pt x="321310" y="62738"/>
                  </a:cubicBezTo>
                  <a:cubicBezTo>
                    <a:pt x="229997" y="0"/>
                    <a:pt x="92075" y="72390"/>
                    <a:pt x="50673" y="102870"/>
                  </a:cubicBezTo>
                  <a:cubicBezTo>
                    <a:pt x="2540" y="131191"/>
                    <a:pt x="0" y="161798"/>
                    <a:pt x="9398" y="176784"/>
                  </a:cubicBezTo>
                  <a:cubicBezTo>
                    <a:pt x="21463" y="195961"/>
                    <a:pt x="48006" y="192786"/>
                    <a:pt x="77216" y="183388"/>
                  </a:cubicBezTo>
                  <a:cubicBezTo>
                    <a:pt x="167894" y="154178"/>
                    <a:pt x="238125" y="149225"/>
                    <a:pt x="270129" y="164211"/>
                  </a:cubicBezTo>
                  <a:cubicBezTo>
                    <a:pt x="294640" y="175768"/>
                    <a:pt x="621665" y="500380"/>
                    <a:pt x="621665" y="500380"/>
                  </a:cubicBezTo>
                  <a:lnTo>
                    <a:pt x="696341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012574" y="4892651"/>
            <a:ext cx="541099" cy="290479"/>
            <a:chOff x="0" y="0"/>
            <a:chExt cx="721466" cy="38730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21844" y="-39116"/>
              <a:ext cx="743458" cy="426466"/>
            </a:xfrm>
            <a:custGeom>
              <a:avLst/>
              <a:gdLst/>
              <a:ahLst/>
              <a:cxnLst/>
              <a:rect r="r" b="b" t="t" l="l"/>
              <a:pathLst>
                <a:path h="426466" w="743458">
                  <a:moveTo>
                    <a:pt x="743331" y="332232"/>
                  </a:moveTo>
                  <a:cubicBezTo>
                    <a:pt x="743331" y="332232"/>
                    <a:pt x="459613" y="125476"/>
                    <a:pt x="368300" y="62738"/>
                  </a:cubicBezTo>
                  <a:cubicBezTo>
                    <a:pt x="276987" y="0"/>
                    <a:pt x="98298" y="79502"/>
                    <a:pt x="57785" y="104394"/>
                  </a:cubicBezTo>
                  <a:cubicBezTo>
                    <a:pt x="0" y="133731"/>
                    <a:pt x="24003" y="164846"/>
                    <a:pt x="46482" y="172085"/>
                  </a:cubicBezTo>
                  <a:cubicBezTo>
                    <a:pt x="68453" y="185166"/>
                    <a:pt x="237236" y="124587"/>
                    <a:pt x="272288" y="141097"/>
                  </a:cubicBezTo>
                  <a:cubicBezTo>
                    <a:pt x="296799" y="152654"/>
                    <a:pt x="654304" y="426466"/>
                    <a:pt x="654304" y="426466"/>
                  </a:cubicBezTo>
                  <a:lnTo>
                    <a:pt x="743458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35027" y="4965143"/>
            <a:ext cx="505285" cy="238289"/>
            <a:chOff x="0" y="0"/>
            <a:chExt cx="673714" cy="31771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-5588" y="-28321"/>
              <a:ext cx="679323" cy="386207"/>
            </a:xfrm>
            <a:custGeom>
              <a:avLst/>
              <a:gdLst/>
              <a:ahLst/>
              <a:cxnLst/>
              <a:rect r="r" b="b" t="t" l="l"/>
              <a:pathLst>
                <a:path h="386207" w="679323">
                  <a:moveTo>
                    <a:pt x="679323" y="304419"/>
                  </a:moveTo>
                  <a:cubicBezTo>
                    <a:pt x="679323" y="304419"/>
                    <a:pt x="412623" y="115316"/>
                    <a:pt x="327025" y="57658"/>
                  </a:cubicBezTo>
                  <a:cubicBezTo>
                    <a:pt x="241427" y="0"/>
                    <a:pt x="16383" y="38481"/>
                    <a:pt x="6604" y="77343"/>
                  </a:cubicBezTo>
                  <a:cubicBezTo>
                    <a:pt x="0" y="118618"/>
                    <a:pt x="27051" y="117348"/>
                    <a:pt x="45339" y="121285"/>
                  </a:cubicBezTo>
                  <a:cubicBezTo>
                    <a:pt x="75946" y="127000"/>
                    <a:pt x="180594" y="122047"/>
                    <a:pt x="230886" y="149987"/>
                  </a:cubicBezTo>
                  <a:cubicBezTo>
                    <a:pt x="237617" y="153797"/>
                    <a:pt x="302133" y="264795"/>
                    <a:pt x="393319" y="320675"/>
                  </a:cubicBezTo>
                  <a:cubicBezTo>
                    <a:pt x="500380" y="386207"/>
                    <a:pt x="679196" y="304546"/>
                    <a:pt x="679196" y="30454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67" id="167"/>
          <p:cNvSpPr/>
          <p:nvPr/>
        </p:nvSpPr>
        <p:spPr>
          <a:xfrm flipH="false" flipV="false" rot="0">
            <a:off x="11996468" y="4816349"/>
            <a:ext cx="292040" cy="194821"/>
          </a:xfrm>
          <a:custGeom>
            <a:avLst/>
            <a:gdLst/>
            <a:ahLst/>
            <a:cxnLst/>
            <a:rect r="r" b="b" t="t" l="l"/>
            <a:pathLst>
              <a:path h="194821" w="292040">
                <a:moveTo>
                  <a:pt x="0" y="0"/>
                </a:moveTo>
                <a:lnTo>
                  <a:pt x="292041" y="0"/>
                </a:lnTo>
                <a:lnTo>
                  <a:pt x="292041" y="194821"/>
                </a:lnTo>
                <a:lnTo>
                  <a:pt x="0" y="194821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2374074" y="4935197"/>
            <a:ext cx="1095418" cy="469468"/>
            <a:chOff x="0" y="0"/>
            <a:chExt cx="1460557" cy="62595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-20574" y="0"/>
              <a:ext cx="1481074" cy="625983"/>
            </a:xfrm>
            <a:custGeom>
              <a:avLst/>
              <a:gdLst/>
              <a:ahLst/>
              <a:cxnLst/>
              <a:rect r="r" b="b" t="t" l="l"/>
              <a:pathLst>
                <a:path h="625983" w="1481074">
                  <a:moveTo>
                    <a:pt x="1379347" y="94615"/>
                  </a:moveTo>
                  <a:lnTo>
                    <a:pt x="135255" y="0"/>
                  </a:lnTo>
                  <a:cubicBezTo>
                    <a:pt x="135255" y="0"/>
                    <a:pt x="0" y="345313"/>
                    <a:pt x="23241" y="351028"/>
                  </a:cubicBezTo>
                  <a:cubicBezTo>
                    <a:pt x="46482" y="356743"/>
                    <a:pt x="1481074" y="625983"/>
                    <a:pt x="1481074" y="625983"/>
                  </a:cubicBezTo>
                  <a:lnTo>
                    <a:pt x="1379347" y="9461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145775" y="4755163"/>
            <a:ext cx="380250" cy="217004"/>
            <a:chOff x="0" y="0"/>
            <a:chExt cx="507000" cy="28933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635" y="-6223"/>
              <a:ext cx="508508" cy="295529"/>
            </a:xfrm>
            <a:custGeom>
              <a:avLst/>
              <a:gdLst/>
              <a:ahLst/>
              <a:cxnLst/>
              <a:rect r="r" b="b" t="t" l="l"/>
              <a:pathLst>
                <a:path h="295529" w="508508">
                  <a:moveTo>
                    <a:pt x="501777" y="295529"/>
                  </a:moveTo>
                  <a:cubicBezTo>
                    <a:pt x="500761" y="295529"/>
                    <a:pt x="499745" y="295275"/>
                    <a:pt x="498856" y="294767"/>
                  </a:cubicBezTo>
                  <a:cubicBezTo>
                    <a:pt x="495300" y="292608"/>
                    <a:pt x="141605" y="81534"/>
                    <a:pt x="86995" y="46228"/>
                  </a:cubicBezTo>
                  <a:cubicBezTo>
                    <a:pt x="35433" y="12954"/>
                    <a:pt x="8001" y="18161"/>
                    <a:pt x="7747" y="18161"/>
                  </a:cubicBezTo>
                  <a:cubicBezTo>
                    <a:pt x="4699" y="18923"/>
                    <a:pt x="1524" y="17018"/>
                    <a:pt x="762" y="13843"/>
                  </a:cubicBezTo>
                  <a:cubicBezTo>
                    <a:pt x="0" y="10668"/>
                    <a:pt x="2032" y="7620"/>
                    <a:pt x="5080" y="6858"/>
                  </a:cubicBezTo>
                  <a:cubicBezTo>
                    <a:pt x="6350" y="6604"/>
                    <a:pt x="36703" y="0"/>
                    <a:pt x="93345" y="36449"/>
                  </a:cubicBezTo>
                  <a:cubicBezTo>
                    <a:pt x="147701" y="71628"/>
                    <a:pt x="501269" y="282575"/>
                    <a:pt x="504825" y="284734"/>
                  </a:cubicBezTo>
                  <a:cubicBezTo>
                    <a:pt x="507619" y="286385"/>
                    <a:pt x="508508" y="289941"/>
                    <a:pt x="506857" y="292735"/>
                  </a:cubicBezTo>
                  <a:cubicBezTo>
                    <a:pt x="505714" y="294513"/>
                    <a:pt x="503809" y="295529"/>
                    <a:pt x="501904" y="2955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199675" y="5052001"/>
            <a:ext cx="267492" cy="158718"/>
            <a:chOff x="0" y="0"/>
            <a:chExt cx="356656" cy="21162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-762" y="-635"/>
              <a:ext cx="358013" cy="212217"/>
            </a:xfrm>
            <a:custGeom>
              <a:avLst/>
              <a:gdLst/>
              <a:ahLst/>
              <a:cxnLst/>
              <a:rect r="r" b="b" t="t" l="l"/>
              <a:pathLst>
                <a:path h="212217" w="358013">
                  <a:moveTo>
                    <a:pt x="277368" y="212217"/>
                  </a:moveTo>
                  <a:cubicBezTo>
                    <a:pt x="252349" y="212217"/>
                    <a:pt x="226949" y="206756"/>
                    <a:pt x="191262" y="194437"/>
                  </a:cubicBezTo>
                  <a:cubicBezTo>
                    <a:pt x="116713" y="168910"/>
                    <a:pt x="6477" y="16383"/>
                    <a:pt x="1905" y="9779"/>
                  </a:cubicBezTo>
                  <a:cubicBezTo>
                    <a:pt x="0" y="7239"/>
                    <a:pt x="508" y="3556"/>
                    <a:pt x="3175" y="1778"/>
                  </a:cubicBezTo>
                  <a:cubicBezTo>
                    <a:pt x="5842" y="0"/>
                    <a:pt x="9398" y="508"/>
                    <a:pt x="11303" y="3048"/>
                  </a:cubicBezTo>
                  <a:cubicBezTo>
                    <a:pt x="12319" y="4572"/>
                    <a:pt x="123952" y="159004"/>
                    <a:pt x="194945" y="183515"/>
                  </a:cubicBezTo>
                  <a:cubicBezTo>
                    <a:pt x="264668" y="207518"/>
                    <a:pt x="292735" y="203835"/>
                    <a:pt x="350012" y="188214"/>
                  </a:cubicBezTo>
                  <a:cubicBezTo>
                    <a:pt x="353060" y="187325"/>
                    <a:pt x="356235" y="189230"/>
                    <a:pt x="357124" y="192278"/>
                  </a:cubicBezTo>
                  <a:cubicBezTo>
                    <a:pt x="358013" y="195326"/>
                    <a:pt x="356108" y="198501"/>
                    <a:pt x="353060" y="199390"/>
                  </a:cubicBezTo>
                  <a:cubicBezTo>
                    <a:pt x="322961" y="207645"/>
                    <a:pt x="300228" y="212217"/>
                    <a:pt x="277241" y="2122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232615" y="4069075"/>
            <a:ext cx="733565" cy="1333390"/>
            <a:chOff x="0" y="0"/>
            <a:chExt cx="978086" cy="177785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-36957" y="-27051"/>
              <a:ext cx="1057275" cy="1839849"/>
            </a:xfrm>
            <a:custGeom>
              <a:avLst/>
              <a:gdLst/>
              <a:ahLst/>
              <a:cxnLst/>
              <a:rect r="r" b="b" t="t" l="l"/>
              <a:pathLst>
                <a:path h="1839849" w="1057275">
                  <a:moveTo>
                    <a:pt x="274066" y="1792859"/>
                  </a:moveTo>
                  <a:cubicBezTo>
                    <a:pt x="442341" y="1839849"/>
                    <a:pt x="617601" y="1745234"/>
                    <a:pt x="670560" y="1578737"/>
                  </a:cubicBezTo>
                  <a:lnTo>
                    <a:pt x="999109" y="479933"/>
                  </a:lnTo>
                  <a:cubicBezTo>
                    <a:pt x="1057275" y="295910"/>
                    <a:pt x="950849" y="100584"/>
                    <a:pt x="764794" y="49530"/>
                  </a:cubicBezTo>
                  <a:cubicBezTo>
                    <a:pt x="584200" y="0"/>
                    <a:pt x="479425" y="24003"/>
                    <a:pt x="429260" y="204470"/>
                  </a:cubicBezTo>
                  <a:lnTo>
                    <a:pt x="49530" y="1391158"/>
                  </a:lnTo>
                  <a:cubicBezTo>
                    <a:pt x="0" y="1564132"/>
                    <a:pt x="100838" y="1744345"/>
                    <a:pt x="274066" y="17927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39966" y="4935197"/>
            <a:ext cx="902952" cy="464472"/>
            <a:chOff x="0" y="0"/>
            <a:chExt cx="1203936" cy="6192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03960" cy="619379"/>
            </a:xfrm>
            <a:custGeom>
              <a:avLst/>
              <a:gdLst/>
              <a:ahLst/>
              <a:cxnLst/>
              <a:rect r="r" b="b" t="t" l="l"/>
              <a:pathLst>
                <a:path h="619379" w="1203960">
                  <a:moveTo>
                    <a:pt x="1054862" y="69469"/>
                  </a:moveTo>
                  <a:lnTo>
                    <a:pt x="63754" y="0"/>
                  </a:lnTo>
                  <a:lnTo>
                    <a:pt x="0" y="403479"/>
                  </a:lnTo>
                  <a:lnTo>
                    <a:pt x="1203960" y="619379"/>
                  </a:lnTo>
                  <a:lnTo>
                    <a:pt x="1054862" y="69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32276" y="4929823"/>
            <a:ext cx="155464" cy="307934"/>
            <a:chOff x="0" y="0"/>
            <a:chExt cx="207285" cy="41057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7264" cy="410591"/>
            </a:xfrm>
            <a:custGeom>
              <a:avLst/>
              <a:gdLst/>
              <a:ahLst/>
              <a:cxnLst/>
              <a:rect r="r" b="b" t="t" l="l"/>
              <a:pathLst>
                <a:path h="410591" w="207264">
                  <a:moveTo>
                    <a:pt x="207264" y="7112"/>
                  </a:moveTo>
                  <a:lnTo>
                    <a:pt x="75057" y="0"/>
                  </a:lnTo>
                  <a:lnTo>
                    <a:pt x="0" y="380111"/>
                  </a:lnTo>
                  <a:lnTo>
                    <a:pt x="143637" y="410591"/>
                  </a:lnTo>
                  <a:lnTo>
                    <a:pt x="207264" y="7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36165" y="4930814"/>
            <a:ext cx="55956" cy="307698"/>
            <a:chOff x="0" y="0"/>
            <a:chExt cx="74608" cy="4102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-381" y="-381"/>
              <a:ext cx="75311" cy="410718"/>
            </a:xfrm>
            <a:custGeom>
              <a:avLst/>
              <a:gdLst/>
              <a:ahLst/>
              <a:cxnLst/>
              <a:rect r="r" b="b" t="t" l="l"/>
              <a:pathLst>
                <a:path h="410718" w="75311">
                  <a:moveTo>
                    <a:pt x="6223" y="410591"/>
                  </a:moveTo>
                  <a:cubicBezTo>
                    <a:pt x="5969" y="410591"/>
                    <a:pt x="5588" y="410591"/>
                    <a:pt x="5334" y="410464"/>
                  </a:cubicBezTo>
                  <a:cubicBezTo>
                    <a:pt x="2159" y="409956"/>
                    <a:pt x="0" y="407035"/>
                    <a:pt x="508" y="403860"/>
                  </a:cubicBezTo>
                  <a:lnTo>
                    <a:pt x="63373" y="5334"/>
                  </a:lnTo>
                  <a:cubicBezTo>
                    <a:pt x="63881" y="2159"/>
                    <a:pt x="66802" y="0"/>
                    <a:pt x="69977" y="508"/>
                  </a:cubicBezTo>
                  <a:cubicBezTo>
                    <a:pt x="73152" y="1016"/>
                    <a:pt x="75311" y="3937"/>
                    <a:pt x="74803" y="7112"/>
                  </a:cubicBezTo>
                  <a:lnTo>
                    <a:pt x="11938" y="405765"/>
                  </a:lnTo>
                  <a:cubicBezTo>
                    <a:pt x="11430" y="408686"/>
                    <a:pt x="9017" y="410718"/>
                    <a:pt x="6223" y="410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2" id="182"/>
          <p:cNvSpPr/>
          <p:nvPr/>
        </p:nvSpPr>
        <p:spPr>
          <a:xfrm flipH="false" flipV="false" rot="0">
            <a:off x="12476827" y="4108433"/>
            <a:ext cx="629682" cy="1102694"/>
          </a:xfrm>
          <a:custGeom>
            <a:avLst/>
            <a:gdLst/>
            <a:ahLst/>
            <a:cxnLst/>
            <a:rect r="r" b="b" t="t" l="l"/>
            <a:pathLst>
              <a:path h="1102694" w="629682">
                <a:moveTo>
                  <a:pt x="0" y="0"/>
                </a:moveTo>
                <a:lnTo>
                  <a:pt x="629682" y="0"/>
                </a:lnTo>
                <a:lnTo>
                  <a:pt x="629682" y="1102694"/>
                </a:lnTo>
                <a:lnTo>
                  <a:pt x="0" y="110269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427919" y="3835105"/>
            <a:ext cx="1541465" cy="1575570"/>
          </a:xfrm>
          <a:custGeom>
            <a:avLst/>
            <a:gdLst/>
            <a:ahLst/>
            <a:cxnLst/>
            <a:rect r="r" b="b" t="t" l="l"/>
            <a:pathLst>
              <a:path h="1575570" w="1541465">
                <a:moveTo>
                  <a:pt x="0" y="0"/>
                </a:moveTo>
                <a:lnTo>
                  <a:pt x="1541465" y="0"/>
                </a:lnTo>
                <a:lnTo>
                  <a:pt x="1541465" y="1575570"/>
                </a:lnTo>
                <a:lnTo>
                  <a:pt x="0" y="157557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3257391" y="4426458"/>
            <a:ext cx="200372" cy="565225"/>
            <a:chOff x="0" y="0"/>
            <a:chExt cx="267163" cy="75363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-762" y="-762"/>
              <a:ext cx="268732" cy="754380"/>
            </a:xfrm>
            <a:custGeom>
              <a:avLst/>
              <a:gdLst/>
              <a:ahLst/>
              <a:cxnLst/>
              <a:rect r="r" b="b" t="t" l="l"/>
              <a:pathLst>
                <a:path h="754380" w="268732">
                  <a:moveTo>
                    <a:pt x="6604" y="754380"/>
                  </a:moveTo>
                  <a:cubicBezTo>
                    <a:pt x="5969" y="754380"/>
                    <a:pt x="5334" y="754253"/>
                    <a:pt x="4699" y="754126"/>
                  </a:cubicBezTo>
                  <a:cubicBezTo>
                    <a:pt x="1651" y="753110"/>
                    <a:pt x="0" y="749808"/>
                    <a:pt x="1143" y="746760"/>
                  </a:cubicBezTo>
                  <a:lnTo>
                    <a:pt x="256667" y="4699"/>
                  </a:lnTo>
                  <a:cubicBezTo>
                    <a:pt x="257683" y="1651"/>
                    <a:pt x="260985" y="0"/>
                    <a:pt x="264033" y="1143"/>
                  </a:cubicBezTo>
                  <a:cubicBezTo>
                    <a:pt x="267081" y="2286"/>
                    <a:pt x="268732" y="5461"/>
                    <a:pt x="267589" y="8509"/>
                  </a:cubicBezTo>
                  <a:lnTo>
                    <a:pt x="12065" y="750443"/>
                  </a:lnTo>
                  <a:cubicBezTo>
                    <a:pt x="11303" y="752856"/>
                    <a:pt x="9017" y="754380"/>
                    <a:pt x="6604" y="754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6" id="186"/>
          <p:cNvSpPr/>
          <p:nvPr/>
        </p:nvSpPr>
        <p:spPr>
          <a:xfrm flipH="false" flipV="false" rot="0">
            <a:off x="14503272" y="3766673"/>
            <a:ext cx="145461" cy="145461"/>
          </a:xfrm>
          <a:custGeom>
            <a:avLst/>
            <a:gdLst/>
            <a:ahLst/>
            <a:cxnLst/>
            <a:rect r="r" b="b" t="t" l="l"/>
            <a:pathLst>
              <a:path h="145461" w="145461">
                <a:moveTo>
                  <a:pt x="0" y="0"/>
                </a:moveTo>
                <a:lnTo>
                  <a:pt x="145461" y="0"/>
                </a:lnTo>
                <a:lnTo>
                  <a:pt x="145461" y="145461"/>
                </a:lnTo>
                <a:lnTo>
                  <a:pt x="0" y="145461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14483322" y="4280657"/>
            <a:ext cx="610460" cy="389497"/>
          </a:xfrm>
          <a:custGeom>
            <a:avLst/>
            <a:gdLst/>
            <a:ahLst/>
            <a:cxnLst/>
            <a:rect r="r" b="b" t="t" l="l"/>
            <a:pathLst>
              <a:path h="389497" w="610460">
                <a:moveTo>
                  <a:pt x="0" y="0"/>
                </a:moveTo>
                <a:lnTo>
                  <a:pt x="610460" y="0"/>
                </a:lnTo>
                <a:lnTo>
                  <a:pt x="610460" y="389497"/>
                </a:lnTo>
                <a:lnTo>
                  <a:pt x="0" y="38949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1224569" y="2562224"/>
            <a:ext cx="832942" cy="832942"/>
          </a:xfrm>
          <a:custGeom>
            <a:avLst/>
            <a:gdLst/>
            <a:ahLst/>
            <a:cxnLst/>
            <a:rect r="r" b="b" t="t" l="l"/>
            <a:pathLst>
              <a:path h="832942" w="832942">
                <a:moveTo>
                  <a:pt x="0" y="0"/>
                </a:moveTo>
                <a:lnTo>
                  <a:pt x="832942" y="0"/>
                </a:lnTo>
                <a:lnTo>
                  <a:pt x="832942" y="832941"/>
                </a:lnTo>
                <a:lnTo>
                  <a:pt x="0" y="832941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-4132802">
            <a:off x="10366775" y="4155732"/>
            <a:ext cx="235072" cy="235072"/>
            <a:chOff x="0" y="0"/>
            <a:chExt cx="313429" cy="31342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13436" cy="313563"/>
            </a:xfrm>
            <a:custGeom>
              <a:avLst/>
              <a:gdLst/>
              <a:ahLst/>
              <a:cxnLst/>
              <a:rect r="r" b="b" t="t" l="l"/>
              <a:pathLst>
                <a:path h="313563" w="313436">
                  <a:moveTo>
                    <a:pt x="313436" y="126365"/>
                  </a:moveTo>
                  <a:lnTo>
                    <a:pt x="313436" y="187071"/>
                  </a:lnTo>
                  <a:lnTo>
                    <a:pt x="187071" y="187071"/>
                  </a:lnTo>
                  <a:lnTo>
                    <a:pt x="187071" y="313563"/>
                  </a:lnTo>
                  <a:lnTo>
                    <a:pt x="126365" y="313563"/>
                  </a:lnTo>
                  <a:lnTo>
                    <a:pt x="126365" y="186944"/>
                  </a:lnTo>
                  <a:lnTo>
                    <a:pt x="0" y="186944"/>
                  </a:lnTo>
                  <a:lnTo>
                    <a:pt x="0" y="126365"/>
                  </a:lnTo>
                  <a:lnTo>
                    <a:pt x="126365" y="126365"/>
                  </a:lnTo>
                  <a:lnTo>
                    <a:pt x="126365" y="0"/>
                  </a:lnTo>
                  <a:lnTo>
                    <a:pt x="187071" y="0"/>
                  </a:lnTo>
                  <a:lnTo>
                    <a:pt x="187071" y="1263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90299" y="2836409"/>
            <a:ext cx="501542" cy="289328"/>
            <a:chOff x="0" y="0"/>
            <a:chExt cx="668723" cy="38577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8782" cy="385826"/>
            </a:xfrm>
            <a:custGeom>
              <a:avLst/>
              <a:gdLst/>
              <a:ahLst/>
              <a:cxnLst/>
              <a:rect r="r" b="b" t="t" l="l"/>
              <a:pathLst>
                <a:path h="385826" w="668782">
                  <a:moveTo>
                    <a:pt x="0" y="0"/>
                  </a:moveTo>
                  <a:lnTo>
                    <a:pt x="668782" y="0"/>
                  </a:lnTo>
                  <a:lnTo>
                    <a:pt x="668782" y="385826"/>
                  </a:lnTo>
                  <a:lnTo>
                    <a:pt x="0" y="3858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385511" y="2831653"/>
            <a:ext cx="511056" cy="154194"/>
            <a:chOff x="0" y="0"/>
            <a:chExt cx="681408" cy="205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-889" y="-889"/>
              <a:ext cx="683260" cy="206502"/>
            </a:xfrm>
            <a:custGeom>
              <a:avLst/>
              <a:gdLst/>
              <a:ahLst/>
              <a:cxnLst/>
              <a:rect r="r" b="b" t="t" l="l"/>
              <a:pathLst>
                <a:path h="206502" w="683260">
                  <a:moveTo>
                    <a:pt x="341630" y="206502"/>
                  </a:moveTo>
                  <a:cubicBezTo>
                    <a:pt x="340487" y="206502"/>
                    <a:pt x="339471" y="206248"/>
                    <a:pt x="338455" y="205613"/>
                  </a:cubicBezTo>
                  <a:cubicBezTo>
                    <a:pt x="335407" y="203835"/>
                    <a:pt x="33274" y="30480"/>
                    <a:pt x="3937" y="12700"/>
                  </a:cubicBezTo>
                  <a:cubicBezTo>
                    <a:pt x="889" y="10795"/>
                    <a:pt x="0" y="6985"/>
                    <a:pt x="1778" y="3937"/>
                  </a:cubicBezTo>
                  <a:cubicBezTo>
                    <a:pt x="3556" y="889"/>
                    <a:pt x="7493" y="0"/>
                    <a:pt x="10541" y="1778"/>
                  </a:cubicBezTo>
                  <a:cubicBezTo>
                    <a:pt x="38100" y="18669"/>
                    <a:pt x="308991" y="174117"/>
                    <a:pt x="341630" y="192786"/>
                  </a:cubicBezTo>
                  <a:lnTo>
                    <a:pt x="672846" y="1778"/>
                  </a:lnTo>
                  <a:cubicBezTo>
                    <a:pt x="675894" y="0"/>
                    <a:pt x="679704" y="1016"/>
                    <a:pt x="681482" y="4064"/>
                  </a:cubicBezTo>
                  <a:cubicBezTo>
                    <a:pt x="683260" y="7112"/>
                    <a:pt x="682244" y="10922"/>
                    <a:pt x="679196" y="12700"/>
                  </a:cubicBezTo>
                  <a:lnTo>
                    <a:pt x="344805" y="205613"/>
                  </a:lnTo>
                  <a:cubicBezTo>
                    <a:pt x="343789" y="206121"/>
                    <a:pt x="342773" y="206502"/>
                    <a:pt x="341630" y="206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5" id="195"/>
          <p:cNvSpPr txBox="true"/>
          <p:nvPr/>
        </p:nvSpPr>
        <p:spPr>
          <a:xfrm rot="0">
            <a:off x="3235452" y="4646295"/>
            <a:ext cx="692277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Overview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3232405" y="2745914"/>
            <a:ext cx="5879710" cy="1684373"/>
            <a:chOff x="0" y="0"/>
            <a:chExt cx="7839613" cy="224583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7839613" cy="2245830"/>
            </a:xfrm>
            <a:custGeom>
              <a:avLst/>
              <a:gdLst/>
              <a:ahLst/>
              <a:cxnLst/>
              <a:rect r="r" b="b" t="t" l="l"/>
              <a:pathLst>
                <a:path h="2245830" w="7839613">
                  <a:moveTo>
                    <a:pt x="0" y="0"/>
                  </a:moveTo>
                  <a:lnTo>
                    <a:pt x="7839613" y="0"/>
                  </a:lnTo>
                  <a:lnTo>
                    <a:pt x="7839613" y="2245830"/>
                  </a:lnTo>
                  <a:lnTo>
                    <a:pt x="0" y="2245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14325"/>
              <a:ext cx="7839613" cy="25601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039"/>
                </a:lnSpc>
              </a:pPr>
              <a:r>
                <a:rPr lang="en-US" sz="89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663952" y="1460700"/>
            <a:ext cx="12960000" cy="864000"/>
            <a:chOff x="0" y="0"/>
            <a:chExt cx="17280000" cy="115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80000" cy="1152000"/>
            </a:xfrm>
            <a:custGeom>
              <a:avLst/>
              <a:gdLst/>
              <a:ahLst/>
              <a:cxnLst/>
              <a:rect r="r" b="b" t="t" l="l"/>
              <a:pathLst>
                <a:path h="1152000" w="17280000">
                  <a:moveTo>
                    <a:pt x="0" y="0"/>
                  </a:moveTo>
                  <a:lnTo>
                    <a:pt x="17280000" y="0"/>
                  </a:lnTo>
                  <a:lnTo>
                    <a:pt x="17280000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7280000" cy="1152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Overview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663952" y="2457449"/>
            <a:ext cx="12960000" cy="598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AI Programming Assistant is a full-stack web application designed to empower developers with intelligent coding support.</a:t>
            </a:r>
          </a:p>
          <a:p>
            <a:pPr algn="l">
              <a:lnSpc>
                <a:spcPts val="5615"/>
              </a:lnSpc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It features an AI-powered chat for programming Q&amp;A, code explanation, and quick action tools such as commenting, debugging, optimization, and test generation.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19507200" y="0"/>
                  </a:moveTo>
                  <a:lnTo>
                    <a:pt x="0" y="0"/>
                  </a:lnTo>
                  <a:lnTo>
                    <a:pt x="0" y="1404747"/>
                  </a:lnTo>
                  <a:lnTo>
                    <a:pt x="1950720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12880" y="8554357"/>
            <a:ext cx="1264920" cy="354290"/>
            <a:chOff x="0" y="0"/>
            <a:chExt cx="1686560" cy="472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686560" y="0"/>
                  </a:moveTo>
                  <a:lnTo>
                    <a:pt x="1450848" y="0"/>
                  </a:lnTo>
                  <a:lnTo>
                    <a:pt x="1214120" y="235712"/>
                  </a:lnTo>
                  <a:lnTo>
                    <a:pt x="1450848" y="472440"/>
                  </a:lnTo>
                  <a:lnTo>
                    <a:pt x="1686560" y="472440"/>
                  </a:lnTo>
                  <a:lnTo>
                    <a:pt x="1450848" y="235712"/>
                  </a:lnTo>
                  <a:lnTo>
                    <a:pt x="1686560" y="0"/>
                  </a:lnTo>
                  <a:close/>
                  <a:moveTo>
                    <a:pt x="1282192" y="0"/>
                  </a:moveTo>
                  <a:lnTo>
                    <a:pt x="1045464" y="0"/>
                  </a:lnTo>
                  <a:lnTo>
                    <a:pt x="809752" y="235712"/>
                  </a:lnTo>
                  <a:lnTo>
                    <a:pt x="1045464" y="472440"/>
                  </a:lnTo>
                  <a:lnTo>
                    <a:pt x="1282192" y="472440"/>
                  </a:lnTo>
                  <a:lnTo>
                    <a:pt x="1045464" y="235712"/>
                  </a:lnTo>
                  <a:lnTo>
                    <a:pt x="1282192" y="0"/>
                  </a:lnTo>
                  <a:close/>
                  <a:moveTo>
                    <a:pt x="876808" y="0"/>
                  </a:moveTo>
                  <a:lnTo>
                    <a:pt x="641096" y="0"/>
                  </a:lnTo>
                  <a:lnTo>
                    <a:pt x="404368" y="235712"/>
                  </a:lnTo>
                  <a:lnTo>
                    <a:pt x="641096" y="472440"/>
                  </a:lnTo>
                  <a:lnTo>
                    <a:pt x="876808" y="472440"/>
                  </a:lnTo>
                  <a:lnTo>
                    <a:pt x="641096" y="235712"/>
                  </a:lnTo>
                  <a:lnTo>
                    <a:pt x="876808" y="0"/>
                  </a:lnTo>
                  <a:close/>
                  <a:moveTo>
                    <a:pt x="472440" y="0"/>
                  </a:moveTo>
                  <a:lnTo>
                    <a:pt x="235712" y="0"/>
                  </a:lnTo>
                  <a:lnTo>
                    <a:pt x="0" y="235712"/>
                  </a:lnTo>
                  <a:lnTo>
                    <a:pt x="235712" y="472440"/>
                  </a:lnTo>
                  <a:lnTo>
                    <a:pt x="472440" y="472440"/>
                  </a:lnTo>
                  <a:lnTo>
                    <a:pt x="235712" y="235712"/>
                  </a:lnTo>
                  <a:lnTo>
                    <a:pt x="4724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845969" y="2659147"/>
            <a:ext cx="5380391" cy="4848863"/>
          </a:xfrm>
          <a:custGeom>
            <a:avLst/>
            <a:gdLst/>
            <a:ahLst/>
            <a:cxnLst/>
            <a:rect r="r" b="b" t="t" l="l"/>
            <a:pathLst>
              <a:path h="4848863" w="5380391">
                <a:moveTo>
                  <a:pt x="0" y="0"/>
                </a:moveTo>
                <a:lnTo>
                  <a:pt x="5380391" y="0"/>
                </a:lnTo>
                <a:lnTo>
                  <a:pt x="5380391" y="4848863"/>
                </a:lnTo>
                <a:lnTo>
                  <a:pt x="0" y="48488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149937" y="6134172"/>
            <a:ext cx="4662516" cy="2237232"/>
            <a:chOff x="0" y="0"/>
            <a:chExt cx="6216688" cy="29829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6196330" cy="2962656"/>
            </a:xfrm>
            <a:custGeom>
              <a:avLst/>
              <a:gdLst/>
              <a:ahLst/>
              <a:cxnLst/>
              <a:rect r="r" b="b" t="t" l="l"/>
              <a:pathLst>
                <a:path h="2962656" w="6196330">
                  <a:moveTo>
                    <a:pt x="0" y="0"/>
                  </a:moveTo>
                  <a:lnTo>
                    <a:pt x="6196330" y="0"/>
                  </a:lnTo>
                  <a:lnTo>
                    <a:pt x="619633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6650" cy="2982976"/>
            </a:xfrm>
            <a:custGeom>
              <a:avLst/>
              <a:gdLst/>
              <a:ahLst/>
              <a:cxnLst/>
              <a:rect r="r" b="b" t="t" l="l"/>
              <a:pathLst>
                <a:path h="2982976" w="6216650">
                  <a:moveTo>
                    <a:pt x="10160" y="0"/>
                  </a:moveTo>
                  <a:lnTo>
                    <a:pt x="6206490" y="0"/>
                  </a:lnTo>
                  <a:cubicBezTo>
                    <a:pt x="6212078" y="0"/>
                    <a:pt x="6216650" y="4572"/>
                    <a:pt x="6216650" y="10160"/>
                  </a:cubicBezTo>
                  <a:lnTo>
                    <a:pt x="6216650" y="2972816"/>
                  </a:lnTo>
                  <a:cubicBezTo>
                    <a:pt x="6216650" y="2978404"/>
                    <a:pt x="6212078" y="2982976"/>
                    <a:pt x="6206490" y="2982976"/>
                  </a:cubicBezTo>
                  <a:lnTo>
                    <a:pt x="10160" y="2982976"/>
                  </a:lnTo>
                  <a:cubicBezTo>
                    <a:pt x="4572" y="2982976"/>
                    <a:pt x="0" y="2978404"/>
                    <a:pt x="0" y="297281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2972816"/>
                  </a:lnTo>
                  <a:lnTo>
                    <a:pt x="10160" y="2972816"/>
                  </a:lnTo>
                  <a:lnTo>
                    <a:pt x="10160" y="2962656"/>
                  </a:lnTo>
                  <a:lnTo>
                    <a:pt x="6206490" y="2962656"/>
                  </a:lnTo>
                  <a:lnTo>
                    <a:pt x="6206490" y="2972816"/>
                  </a:lnTo>
                  <a:lnTo>
                    <a:pt x="6196330" y="2972816"/>
                  </a:lnTo>
                  <a:lnTo>
                    <a:pt x="6196330" y="10160"/>
                  </a:lnTo>
                  <a:lnTo>
                    <a:pt x="6206490" y="10160"/>
                  </a:lnTo>
                  <a:lnTo>
                    <a:pt x="620649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54636" y="6472892"/>
            <a:ext cx="4653120" cy="20909"/>
            <a:chOff x="0" y="0"/>
            <a:chExt cx="6204160" cy="278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204" cy="27940"/>
            </a:xfrm>
            <a:custGeom>
              <a:avLst/>
              <a:gdLst/>
              <a:ahLst/>
              <a:cxnLst/>
              <a:rect r="r" b="b" t="t" l="l"/>
              <a:pathLst>
                <a:path h="27940" w="6204204">
                  <a:moveTo>
                    <a:pt x="6200267" y="27940"/>
                  </a:moveTo>
                  <a:lnTo>
                    <a:pt x="3937" y="27940"/>
                  </a:lnTo>
                  <a:cubicBezTo>
                    <a:pt x="1778" y="27940"/>
                    <a:pt x="0" y="21590"/>
                    <a:pt x="0" y="13970"/>
                  </a:cubicBezTo>
                  <a:cubicBezTo>
                    <a:pt x="0" y="6350"/>
                    <a:pt x="1778" y="0"/>
                    <a:pt x="3937" y="0"/>
                  </a:cubicBezTo>
                  <a:lnTo>
                    <a:pt x="6200267" y="0"/>
                  </a:lnTo>
                  <a:cubicBezTo>
                    <a:pt x="6202426" y="0"/>
                    <a:pt x="6204204" y="6223"/>
                    <a:pt x="6204204" y="13970"/>
                  </a:cubicBezTo>
                  <a:cubicBezTo>
                    <a:pt x="6204204" y="21717"/>
                    <a:pt x="6202426" y="27940"/>
                    <a:pt x="6200267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52968" y="6223599"/>
            <a:ext cx="163028" cy="163028"/>
            <a:chOff x="0" y="0"/>
            <a:chExt cx="217371" cy="2173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0204" y="6223528"/>
            <a:ext cx="163028" cy="163028"/>
            <a:chOff x="0" y="0"/>
            <a:chExt cx="217371" cy="2173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07825" y="6223592"/>
            <a:ext cx="163028" cy="163028"/>
            <a:chOff x="0" y="0"/>
            <a:chExt cx="217371" cy="217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62001" y="7014155"/>
            <a:ext cx="642190" cy="642276"/>
            <a:chOff x="0" y="0"/>
            <a:chExt cx="856253" cy="856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81499" y="7124797"/>
            <a:ext cx="653620" cy="653706"/>
            <a:chOff x="0" y="0"/>
            <a:chExt cx="871493" cy="871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7620" y="762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474" cy="871601"/>
            </a:xfrm>
            <a:custGeom>
              <a:avLst/>
              <a:gdLst/>
              <a:ahLst/>
              <a:cxnLst/>
              <a:rect r="r" b="b" t="t" l="l"/>
              <a:pathLst>
                <a:path h="871601" w="871474">
                  <a:moveTo>
                    <a:pt x="7620" y="0"/>
                  </a:moveTo>
                  <a:lnTo>
                    <a:pt x="863854" y="0"/>
                  </a:lnTo>
                  <a:cubicBezTo>
                    <a:pt x="868045" y="0"/>
                    <a:pt x="871474" y="3429"/>
                    <a:pt x="871474" y="7620"/>
                  </a:cubicBezTo>
                  <a:lnTo>
                    <a:pt x="871474" y="863981"/>
                  </a:lnTo>
                  <a:cubicBezTo>
                    <a:pt x="871474" y="868172"/>
                    <a:pt x="868045" y="871601"/>
                    <a:pt x="863854" y="871601"/>
                  </a:cubicBezTo>
                  <a:lnTo>
                    <a:pt x="7620" y="871601"/>
                  </a:lnTo>
                  <a:cubicBezTo>
                    <a:pt x="3429" y="871601"/>
                    <a:pt x="0" y="868172"/>
                    <a:pt x="0" y="86398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63981"/>
                  </a:lnTo>
                  <a:lnTo>
                    <a:pt x="7620" y="863981"/>
                  </a:lnTo>
                  <a:lnTo>
                    <a:pt x="7620" y="856361"/>
                  </a:lnTo>
                  <a:lnTo>
                    <a:pt x="863854" y="856361"/>
                  </a:lnTo>
                  <a:lnTo>
                    <a:pt x="863854" y="863981"/>
                  </a:lnTo>
                  <a:lnTo>
                    <a:pt x="856234" y="863981"/>
                  </a:lnTo>
                  <a:lnTo>
                    <a:pt x="856234" y="7620"/>
                  </a:lnTo>
                  <a:lnTo>
                    <a:pt x="863854" y="7620"/>
                  </a:lnTo>
                  <a:lnTo>
                    <a:pt x="86385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3787" y="7238234"/>
            <a:ext cx="659462" cy="659551"/>
            <a:chOff x="0" y="0"/>
            <a:chExt cx="879283" cy="879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221" cy="879348"/>
            </a:xfrm>
            <a:custGeom>
              <a:avLst/>
              <a:gdLst/>
              <a:ahLst/>
              <a:cxnLst/>
              <a:rect r="r" b="b" t="t" l="l"/>
              <a:pathLst>
                <a:path h="879348" w="879221">
                  <a:moveTo>
                    <a:pt x="7620" y="0"/>
                  </a:moveTo>
                  <a:lnTo>
                    <a:pt x="871601" y="0"/>
                  </a:lnTo>
                  <a:cubicBezTo>
                    <a:pt x="875792" y="0"/>
                    <a:pt x="879221" y="3429"/>
                    <a:pt x="879221" y="7620"/>
                  </a:cubicBezTo>
                  <a:lnTo>
                    <a:pt x="879221" y="871728"/>
                  </a:lnTo>
                  <a:cubicBezTo>
                    <a:pt x="879221" y="875919"/>
                    <a:pt x="875792" y="879348"/>
                    <a:pt x="871601" y="879348"/>
                  </a:cubicBezTo>
                  <a:lnTo>
                    <a:pt x="7620" y="879348"/>
                  </a:lnTo>
                  <a:cubicBezTo>
                    <a:pt x="3429" y="879348"/>
                    <a:pt x="0" y="875919"/>
                    <a:pt x="0" y="87172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71728"/>
                  </a:lnTo>
                  <a:lnTo>
                    <a:pt x="7620" y="871728"/>
                  </a:lnTo>
                  <a:lnTo>
                    <a:pt x="7620" y="864108"/>
                  </a:lnTo>
                  <a:lnTo>
                    <a:pt x="871601" y="864108"/>
                  </a:lnTo>
                  <a:lnTo>
                    <a:pt x="871601" y="871728"/>
                  </a:lnTo>
                  <a:lnTo>
                    <a:pt x="863981" y="871728"/>
                  </a:lnTo>
                  <a:lnTo>
                    <a:pt x="863981" y="7620"/>
                  </a:lnTo>
                  <a:lnTo>
                    <a:pt x="871601" y="7620"/>
                  </a:lnTo>
                  <a:lnTo>
                    <a:pt x="87160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94314" y="6680838"/>
            <a:ext cx="1060327" cy="740154"/>
          </a:xfrm>
          <a:custGeom>
            <a:avLst/>
            <a:gdLst/>
            <a:ahLst/>
            <a:cxnLst/>
            <a:rect r="r" b="b" t="t" l="l"/>
            <a:pathLst>
              <a:path h="740154" w="1060327">
                <a:moveTo>
                  <a:pt x="0" y="0"/>
                </a:moveTo>
                <a:lnTo>
                  <a:pt x="1060327" y="0"/>
                </a:lnTo>
                <a:lnTo>
                  <a:pt x="1060327" y="740154"/>
                </a:lnTo>
                <a:lnTo>
                  <a:pt x="0" y="7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14112" y="6757741"/>
            <a:ext cx="226170" cy="226170"/>
            <a:chOff x="0" y="0"/>
            <a:chExt cx="301560" cy="301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498" cy="301498"/>
            </a:xfrm>
            <a:custGeom>
              <a:avLst/>
              <a:gdLst/>
              <a:ahLst/>
              <a:cxnLst/>
              <a:rect r="r" b="b" t="t" l="l"/>
              <a:pathLst>
                <a:path h="301498" w="301498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cubicBezTo>
                    <a:pt x="233934" y="0"/>
                    <a:pt x="301498" y="67564"/>
                    <a:pt x="301498" y="150749"/>
                  </a:cubicBezTo>
                  <a:cubicBezTo>
                    <a:pt x="301498" y="233934"/>
                    <a:pt x="234061" y="301498"/>
                    <a:pt x="150749" y="301498"/>
                  </a:cubicBezTo>
                  <a:cubicBezTo>
                    <a:pt x="67437" y="301498"/>
                    <a:pt x="0" y="234061"/>
                    <a:pt x="0" y="1507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49187" y="7119222"/>
            <a:ext cx="220326" cy="220326"/>
            <a:chOff x="0" y="0"/>
            <a:chExt cx="293768" cy="2937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3751" cy="293751"/>
            </a:xfrm>
            <a:custGeom>
              <a:avLst/>
              <a:gdLst/>
              <a:ahLst/>
              <a:cxnLst/>
              <a:rect r="r" b="b" t="t" l="l"/>
              <a:pathLst>
                <a:path h="293751" w="2937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cubicBezTo>
                    <a:pt x="228092" y="0"/>
                    <a:pt x="293751" y="65786"/>
                    <a:pt x="293751" y="146939"/>
                  </a:cubicBezTo>
                  <a:cubicBezTo>
                    <a:pt x="293751" y="228092"/>
                    <a:pt x="227965" y="293751"/>
                    <a:pt x="146939" y="293751"/>
                  </a:cubicBezTo>
                  <a:cubicBezTo>
                    <a:pt x="65913" y="293751"/>
                    <a:pt x="0" y="227965"/>
                    <a:pt x="0" y="146939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518410" y="7169298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1" y="0"/>
                </a:lnTo>
                <a:lnTo>
                  <a:pt x="553271" y="121906"/>
                </a:lnTo>
                <a:lnTo>
                  <a:pt x="0" y="1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399010" y="7047992"/>
            <a:ext cx="1050904" cy="5844"/>
            <a:chOff x="0" y="0"/>
            <a:chExt cx="1401205" cy="7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01191" cy="7874"/>
            </a:xfrm>
            <a:custGeom>
              <a:avLst/>
              <a:gdLst/>
              <a:ahLst/>
              <a:cxnLst/>
              <a:rect r="r" b="b" t="t" l="l"/>
              <a:pathLst>
                <a:path h="7874" w="1401191">
                  <a:moveTo>
                    <a:pt x="1397254" y="7747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1397254" y="0"/>
                  </a:lnTo>
                  <a:cubicBezTo>
                    <a:pt x="1399413" y="0"/>
                    <a:pt x="1401191" y="1778"/>
                    <a:pt x="1401191" y="3937"/>
                  </a:cubicBezTo>
                  <a:cubicBezTo>
                    <a:pt x="1401191" y="6096"/>
                    <a:pt x="1399413" y="7874"/>
                    <a:pt x="1397254" y="7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65700" y="6679791"/>
            <a:ext cx="805158" cy="744146"/>
            <a:chOff x="0" y="0"/>
            <a:chExt cx="1073544" cy="992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7620" y="7620"/>
              <a:ext cx="1058291" cy="977011"/>
            </a:xfrm>
            <a:custGeom>
              <a:avLst/>
              <a:gdLst/>
              <a:ahLst/>
              <a:cxnLst/>
              <a:rect r="r" b="b" t="t" l="l"/>
              <a:pathLst>
                <a:path h="977011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977011"/>
                  </a:lnTo>
                  <a:lnTo>
                    <a:pt x="0" y="97701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3531" cy="992251"/>
            </a:xfrm>
            <a:custGeom>
              <a:avLst/>
              <a:gdLst/>
              <a:ahLst/>
              <a:cxnLst/>
              <a:rect r="r" b="b" t="t" l="l"/>
              <a:pathLst>
                <a:path h="992251" w="1073531">
                  <a:moveTo>
                    <a:pt x="7620" y="0"/>
                  </a:moveTo>
                  <a:lnTo>
                    <a:pt x="1065911" y="0"/>
                  </a:lnTo>
                  <a:cubicBezTo>
                    <a:pt x="1070102" y="0"/>
                    <a:pt x="1073531" y="3429"/>
                    <a:pt x="1073531" y="7620"/>
                  </a:cubicBezTo>
                  <a:lnTo>
                    <a:pt x="1073531" y="984631"/>
                  </a:lnTo>
                  <a:cubicBezTo>
                    <a:pt x="1073531" y="988822"/>
                    <a:pt x="1070102" y="992251"/>
                    <a:pt x="1065911" y="992251"/>
                  </a:cubicBezTo>
                  <a:lnTo>
                    <a:pt x="7620" y="992251"/>
                  </a:lnTo>
                  <a:cubicBezTo>
                    <a:pt x="3429" y="992251"/>
                    <a:pt x="0" y="988822"/>
                    <a:pt x="0" y="9846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984631"/>
                  </a:lnTo>
                  <a:lnTo>
                    <a:pt x="7620" y="984631"/>
                  </a:lnTo>
                  <a:lnTo>
                    <a:pt x="7620" y="977011"/>
                  </a:lnTo>
                  <a:lnTo>
                    <a:pt x="1065911" y="977011"/>
                  </a:lnTo>
                  <a:lnTo>
                    <a:pt x="1065911" y="984631"/>
                  </a:lnTo>
                  <a:lnTo>
                    <a:pt x="1058291" y="984631"/>
                  </a:lnTo>
                  <a:lnTo>
                    <a:pt x="1058291" y="7620"/>
                  </a:lnTo>
                  <a:lnTo>
                    <a:pt x="1065911" y="7620"/>
                  </a:lnTo>
                  <a:lnTo>
                    <a:pt x="106591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74776" y="6799000"/>
            <a:ext cx="784963" cy="2892"/>
            <a:chOff x="0" y="0"/>
            <a:chExt cx="1046618" cy="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6607" cy="3810"/>
            </a:xfrm>
            <a:custGeom>
              <a:avLst/>
              <a:gdLst/>
              <a:ahLst/>
              <a:cxnLst/>
              <a:rect r="r" b="b" t="t" l="l"/>
              <a:pathLst>
                <a:path h="3810" w="1046607">
                  <a:moveTo>
                    <a:pt x="0" y="3810"/>
                  </a:moveTo>
                  <a:lnTo>
                    <a:pt x="104660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1853" y="6796079"/>
            <a:ext cx="790807" cy="8736"/>
            <a:chOff x="0" y="0"/>
            <a:chExt cx="1054410" cy="11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4481" cy="11684"/>
            </a:xfrm>
            <a:custGeom>
              <a:avLst/>
              <a:gdLst/>
              <a:ahLst/>
              <a:cxnLst/>
              <a:rect r="r" b="b" t="t" l="l"/>
              <a:pathLst>
                <a:path h="11684" w="1054481">
                  <a:moveTo>
                    <a:pt x="3937" y="11684"/>
                  </a:moveTo>
                  <a:cubicBezTo>
                    <a:pt x="1778" y="11684"/>
                    <a:pt x="0" y="9906"/>
                    <a:pt x="0" y="7747"/>
                  </a:cubicBezTo>
                  <a:cubicBezTo>
                    <a:pt x="0" y="5588"/>
                    <a:pt x="1651" y="3810"/>
                    <a:pt x="3937" y="3810"/>
                  </a:cubicBezTo>
                  <a:lnTo>
                    <a:pt x="1050544" y="0"/>
                  </a:lnTo>
                  <a:cubicBezTo>
                    <a:pt x="1052703" y="0"/>
                    <a:pt x="1054481" y="1778"/>
                    <a:pt x="1054481" y="3937"/>
                  </a:cubicBezTo>
                  <a:cubicBezTo>
                    <a:pt x="1054481" y="6096"/>
                    <a:pt x="1052830" y="7874"/>
                    <a:pt x="1050544" y="7874"/>
                  </a:cubicBezTo>
                  <a:lnTo>
                    <a:pt x="3937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1618019" y="6817653"/>
            <a:ext cx="774698" cy="692523"/>
          </a:xfrm>
          <a:custGeom>
            <a:avLst/>
            <a:gdLst/>
            <a:ahLst/>
            <a:cxnLst/>
            <a:rect r="r" b="b" t="t" l="l"/>
            <a:pathLst>
              <a:path h="692523" w="774698">
                <a:moveTo>
                  <a:pt x="0" y="0"/>
                </a:moveTo>
                <a:lnTo>
                  <a:pt x="774698" y="0"/>
                </a:lnTo>
                <a:lnTo>
                  <a:pt x="774698" y="692523"/>
                </a:lnTo>
                <a:lnTo>
                  <a:pt x="0" y="6925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512477" y="6688458"/>
            <a:ext cx="955292" cy="1446586"/>
            <a:chOff x="0" y="0"/>
            <a:chExt cx="1273723" cy="19287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3683" cy="1928749"/>
            </a:xfrm>
            <a:custGeom>
              <a:avLst/>
              <a:gdLst/>
              <a:ahLst/>
              <a:cxnLst/>
              <a:rect r="r" b="b" t="t" l="l"/>
              <a:pathLst>
                <a:path h="1928749" w="1273683">
                  <a:moveTo>
                    <a:pt x="1273683" y="1928749"/>
                  </a:moveTo>
                  <a:lnTo>
                    <a:pt x="0" y="1928749"/>
                  </a:lnTo>
                  <a:lnTo>
                    <a:pt x="0" y="4699"/>
                  </a:lnTo>
                  <a:lnTo>
                    <a:pt x="1273683" y="0"/>
                  </a:lnTo>
                  <a:lnTo>
                    <a:pt x="1273683" y="1928749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2812954" y="6838357"/>
            <a:ext cx="362547" cy="362547"/>
          </a:xfrm>
          <a:custGeom>
            <a:avLst/>
            <a:gdLst/>
            <a:ahLst/>
            <a:cxnLst/>
            <a:rect r="r" b="b" t="t" l="l"/>
            <a:pathLst>
              <a:path h="362547" w="362547">
                <a:moveTo>
                  <a:pt x="0" y="0"/>
                </a:moveTo>
                <a:lnTo>
                  <a:pt x="362547" y="0"/>
                </a:lnTo>
                <a:lnTo>
                  <a:pt x="362547" y="362547"/>
                </a:lnTo>
                <a:lnTo>
                  <a:pt x="0" y="36254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962071" y="6961013"/>
            <a:ext cx="103266" cy="117457"/>
            <a:chOff x="0" y="0"/>
            <a:chExt cx="137688" cy="156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-127"/>
              <a:ext cx="137668" cy="156718"/>
            </a:xfrm>
            <a:custGeom>
              <a:avLst/>
              <a:gdLst/>
              <a:ahLst/>
              <a:cxnLst/>
              <a:rect r="r" b="b" t="t" l="l"/>
              <a:pathLst>
                <a:path h="156718" w="137668">
                  <a:moveTo>
                    <a:pt x="3937" y="156718"/>
                  </a:moveTo>
                  <a:cubicBezTo>
                    <a:pt x="3175" y="156718"/>
                    <a:pt x="2540" y="156464"/>
                    <a:pt x="1905" y="156210"/>
                  </a:cubicBezTo>
                  <a:cubicBezTo>
                    <a:pt x="635" y="155448"/>
                    <a:pt x="0" y="154178"/>
                    <a:pt x="0" y="152781"/>
                  </a:cubicBezTo>
                  <a:lnTo>
                    <a:pt x="1905" y="3937"/>
                  </a:lnTo>
                  <a:cubicBezTo>
                    <a:pt x="1905" y="2540"/>
                    <a:pt x="2667" y="1270"/>
                    <a:pt x="3937" y="635"/>
                  </a:cubicBezTo>
                  <a:cubicBezTo>
                    <a:pt x="5207" y="0"/>
                    <a:pt x="6604" y="0"/>
                    <a:pt x="7874" y="635"/>
                  </a:cubicBezTo>
                  <a:lnTo>
                    <a:pt x="135763" y="76708"/>
                  </a:lnTo>
                  <a:cubicBezTo>
                    <a:pt x="137033" y="77470"/>
                    <a:pt x="137668" y="78740"/>
                    <a:pt x="137668" y="80137"/>
                  </a:cubicBezTo>
                  <a:cubicBezTo>
                    <a:pt x="137668" y="81534"/>
                    <a:pt x="136906" y="82804"/>
                    <a:pt x="135636" y="83439"/>
                  </a:cubicBezTo>
                  <a:lnTo>
                    <a:pt x="5842" y="156210"/>
                  </a:lnTo>
                  <a:cubicBezTo>
                    <a:pt x="5207" y="156464"/>
                    <a:pt x="4572" y="156718"/>
                    <a:pt x="3937" y="156718"/>
                  </a:cubicBezTo>
                  <a:close/>
                  <a:moveTo>
                    <a:pt x="9652" y="10795"/>
                  </a:moveTo>
                  <a:lnTo>
                    <a:pt x="7874" y="146177"/>
                  </a:lnTo>
                  <a:lnTo>
                    <a:pt x="125984" y="80010"/>
                  </a:lnTo>
                  <a:lnTo>
                    <a:pt x="9652" y="107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239" y="7297685"/>
            <a:ext cx="609403" cy="728947"/>
            <a:chOff x="0" y="0"/>
            <a:chExt cx="812538" cy="9719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546" cy="971931"/>
            </a:xfrm>
            <a:custGeom>
              <a:avLst/>
              <a:gdLst/>
              <a:ahLst/>
              <a:cxnLst/>
              <a:rect r="r" b="b" t="t" l="l"/>
              <a:pathLst>
                <a:path h="971931" w="812546">
                  <a:moveTo>
                    <a:pt x="0" y="967867"/>
                  </a:moveTo>
                  <a:lnTo>
                    <a:pt x="810006" y="971931"/>
                  </a:lnTo>
                  <a:lnTo>
                    <a:pt x="812546" y="4064"/>
                  </a:lnTo>
                  <a:lnTo>
                    <a:pt x="2540" y="0"/>
                  </a:lnTo>
                  <a:lnTo>
                    <a:pt x="0" y="967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690287" y="7294734"/>
            <a:ext cx="615306" cy="734820"/>
            <a:chOff x="0" y="0"/>
            <a:chExt cx="820408" cy="979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0420" cy="979932"/>
            </a:xfrm>
            <a:custGeom>
              <a:avLst/>
              <a:gdLst/>
              <a:ahLst/>
              <a:cxnLst/>
              <a:rect r="r" b="b" t="t" l="l"/>
              <a:pathLst>
                <a:path h="979932" w="820420">
                  <a:moveTo>
                    <a:pt x="813943" y="979805"/>
                  </a:moveTo>
                  <a:lnTo>
                    <a:pt x="3937" y="975614"/>
                  </a:lnTo>
                  <a:cubicBezTo>
                    <a:pt x="1778" y="975614"/>
                    <a:pt x="0" y="973836"/>
                    <a:pt x="0" y="971677"/>
                  </a:cubicBezTo>
                  <a:lnTo>
                    <a:pt x="2540" y="3937"/>
                  </a:lnTo>
                  <a:cubicBezTo>
                    <a:pt x="2540" y="2794"/>
                    <a:pt x="3048" y="1905"/>
                    <a:pt x="3683" y="1143"/>
                  </a:cubicBezTo>
                  <a:cubicBezTo>
                    <a:pt x="4318" y="381"/>
                    <a:pt x="5588" y="127"/>
                    <a:pt x="6477" y="0"/>
                  </a:cubicBezTo>
                  <a:lnTo>
                    <a:pt x="816483" y="4191"/>
                  </a:lnTo>
                  <a:cubicBezTo>
                    <a:pt x="818642" y="4191"/>
                    <a:pt x="820420" y="5969"/>
                    <a:pt x="820420" y="8128"/>
                  </a:cubicBezTo>
                  <a:lnTo>
                    <a:pt x="817880" y="975995"/>
                  </a:lnTo>
                  <a:cubicBezTo>
                    <a:pt x="817880" y="977011"/>
                    <a:pt x="817499" y="978027"/>
                    <a:pt x="816737" y="978789"/>
                  </a:cubicBezTo>
                  <a:cubicBezTo>
                    <a:pt x="815975" y="979551"/>
                    <a:pt x="815086" y="979932"/>
                    <a:pt x="814070" y="979932"/>
                  </a:cubicBezTo>
                  <a:close/>
                  <a:moveTo>
                    <a:pt x="7874" y="967867"/>
                  </a:moveTo>
                  <a:lnTo>
                    <a:pt x="810133" y="971931"/>
                  </a:lnTo>
                  <a:lnTo>
                    <a:pt x="812673" y="11938"/>
                  </a:lnTo>
                  <a:lnTo>
                    <a:pt x="10414" y="7874"/>
                  </a:lnTo>
                  <a:lnTo>
                    <a:pt x="7874" y="9678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050" y="7425557"/>
            <a:ext cx="607505" cy="3097"/>
            <a:chOff x="0" y="0"/>
            <a:chExt cx="810006" cy="41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06" cy="4191"/>
            </a:xfrm>
            <a:custGeom>
              <a:avLst/>
              <a:gdLst/>
              <a:ahLst/>
              <a:cxnLst/>
              <a:rect r="r" b="b" t="t" l="l"/>
              <a:pathLst>
                <a:path h="4191" w="810006">
                  <a:moveTo>
                    <a:pt x="810006" y="4191"/>
                  </a:moveTo>
                  <a:lnTo>
                    <a:pt x="0" y="0"/>
                  </a:lnTo>
                  <a:lnTo>
                    <a:pt x="810006" y="41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692126" y="7422635"/>
            <a:ext cx="613349" cy="8941"/>
            <a:chOff x="0" y="0"/>
            <a:chExt cx="817798" cy="119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7880" cy="12065"/>
            </a:xfrm>
            <a:custGeom>
              <a:avLst/>
              <a:gdLst/>
              <a:ahLst/>
              <a:cxnLst/>
              <a:rect r="r" b="b" t="t" l="l"/>
              <a:pathLst>
                <a:path h="12065" w="817880">
                  <a:moveTo>
                    <a:pt x="813943" y="11938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813943" y="4191"/>
                  </a:lnTo>
                  <a:cubicBezTo>
                    <a:pt x="816102" y="4191"/>
                    <a:pt x="817880" y="5969"/>
                    <a:pt x="817880" y="8128"/>
                  </a:cubicBezTo>
                  <a:cubicBezTo>
                    <a:pt x="817880" y="10287"/>
                    <a:pt x="816102" y="12065"/>
                    <a:pt x="813943" y="12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2742673" y="7339610"/>
            <a:ext cx="54372" cy="51437"/>
          </a:xfrm>
          <a:custGeom>
            <a:avLst/>
            <a:gdLst/>
            <a:ahLst/>
            <a:cxnLst/>
            <a:rect r="r" b="b" t="t" l="l"/>
            <a:pathLst>
              <a:path h="51437" w="54372">
                <a:moveTo>
                  <a:pt x="0" y="0"/>
                </a:moveTo>
                <a:lnTo>
                  <a:pt x="54372" y="0"/>
                </a:lnTo>
                <a:lnTo>
                  <a:pt x="54372" y="51437"/>
                </a:lnTo>
                <a:lnTo>
                  <a:pt x="0" y="5143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-1051799">
            <a:off x="12804583" y="7510738"/>
            <a:ext cx="387060" cy="387060"/>
            <a:chOff x="0" y="0"/>
            <a:chExt cx="516080" cy="516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6128" cy="516128"/>
            </a:xfrm>
            <a:custGeom>
              <a:avLst/>
              <a:gdLst/>
              <a:ahLst/>
              <a:cxnLst/>
              <a:rect r="r" b="b" t="t" l="l"/>
              <a:pathLst>
                <a:path h="516128" w="516128">
                  <a:moveTo>
                    <a:pt x="516128" y="258064"/>
                  </a:moveTo>
                  <a:cubicBezTo>
                    <a:pt x="516128" y="400558"/>
                    <a:pt x="400558" y="516128"/>
                    <a:pt x="258064" y="516128"/>
                  </a:cubicBezTo>
                  <a:cubicBezTo>
                    <a:pt x="115570" y="516128"/>
                    <a:pt x="0" y="400558"/>
                    <a:pt x="0" y="258064"/>
                  </a:cubicBezTo>
                  <a:cubicBezTo>
                    <a:pt x="0" y="115570"/>
                    <a:pt x="115570" y="0"/>
                    <a:pt x="258064" y="0"/>
                  </a:cubicBezTo>
                  <a:cubicBezTo>
                    <a:pt x="400558" y="0"/>
                    <a:pt x="516128" y="115570"/>
                    <a:pt x="516128" y="258064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2882016" y="7697966"/>
            <a:ext cx="233276" cy="122880"/>
          </a:xfrm>
          <a:custGeom>
            <a:avLst/>
            <a:gdLst/>
            <a:ahLst/>
            <a:cxnLst/>
            <a:rect r="r" b="b" t="t" l="l"/>
            <a:pathLst>
              <a:path h="122880" w="233276">
                <a:moveTo>
                  <a:pt x="0" y="0"/>
                </a:moveTo>
                <a:lnTo>
                  <a:pt x="233277" y="0"/>
                </a:lnTo>
                <a:lnTo>
                  <a:pt x="233277" y="122880"/>
                </a:lnTo>
                <a:lnTo>
                  <a:pt x="0" y="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41891" y="7587980"/>
            <a:ext cx="111893" cy="111893"/>
          </a:xfrm>
          <a:custGeom>
            <a:avLst/>
            <a:gdLst/>
            <a:ahLst/>
            <a:cxnLst/>
            <a:rect r="r" b="b" t="t" l="l"/>
            <a:pathLst>
              <a:path h="111893" w="111893">
                <a:moveTo>
                  <a:pt x="0" y="0"/>
                </a:moveTo>
                <a:lnTo>
                  <a:pt x="111893" y="0"/>
                </a:lnTo>
                <a:lnTo>
                  <a:pt x="111893" y="111893"/>
                </a:lnTo>
                <a:lnTo>
                  <a:pt x="0" y="1118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389589" y="7674314"/>
            <a:ext cx="632434" cy="358488"/>
            <a:chOff x="0" y="0"/>
            <a:chExt cx="843245" cy="477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7620" y="7620"/>
              <a:ext cx="828040" cy="462788"/>
            </a:xfrm>
            <a:custGeom>
              <a:avLst/>
              <a:gdLst/>
              <a:ahLst/>
              <a:cxnLst/>
              <a:rect r="r" b="b" t="t" l="l"/>
              <a:pathLst>
                <a:path h="462788" w="828040">
                  <a:moveTo>
                    <a:pt x="0" y="0"/>
                  </a:moveTo>
                  <a:lnTo>
                    <a:pt x="828040" y="0"/>
                  </a:lnTo>
                  <a:lnTo>
                    <a:pt x="828040" y="462788"/>
                  </a:lnTo>
                  <a:lnTo>
                    <a:pt x="0" y="462788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3280" cy="478028"/>
            </a:xfrm>
            <a:custGeom>
              <a:avLst/>
              <a:gdLst/>
              <a:ahLst/>
              <a:cxnLst/>
              <a:rect r="r" b="b" t="t" l="l"/>
              <a:pathLst>
                <a:path h="478028" w="843280">
                  <a:moveTo>
                    <a:pt x="7620" y="0"/>
                  </a:moveTo>
                  <a:lnTo>
                    <a:pt x="835660" y="0"/>
                  </a:lnTo>
                  <a:cubicBezTo>
                    <a:pt x="839851" y="0"/>
                    <a:pt x="843280" y="3429"/>
                    <a:pt x="843280" y="7620"/>
                  </a:cubicBezTo>
                  <a:lnTo>
                    <a:pt x="843280" y="470408"/>
                  </a:lnTo>
                  <a:cubicBezTo>
                    <a:pt x="843280" y="474599"/>
                    <a:pt x="839851" y="478028"/>
                    <a:pt x="835660" y="478028"/>
                  </a:cubicBezTo>
                  <a:lnTo>
                    <a:pt x="7620" y="478028"/>
                  </a:lnTo>
                  <a:cubicBezTo>
                    <a:pt x="3429" y="478028"/>
                    <a:pt x="0" y="474599"/>
                    <a:pt x="0" y="47040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470408"/>
                  </a:lnTo>
                  <a:lnTo>
                    <a:pt x="7620" y="470408"/>
                  </a:lnTo>
                  <a:lnTo>
                    <a:pt x="7620" y="462788"/>
                  </a:lnTo>
                  <a:lnTo>
                    <a:pt x="835660" y="462788"/>
                  </a:lnTo>
                  <a:lnTo>
                    <a:pt x="835660" y="470408"/>
                  </a:lnTo>
                  <a:lnTo>
                    <a:pt x="828040" y="470408"/>
                  </a:lnTo>
                  <a:lnTo>
                    <a:pt x="828040" y="7620"/>
                  </a:lnTo>
                  <a:lnTo>
                    <a:pt x="835660" y="7620"/>
                  </a:lnTo>
                  <a:lnTo>
                    <a:pt x="835660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401488" y="7671448"/>
            <a:ext cx="615641" cy="165695"/>
            <a:chOff x="0" y="0"/>
            <a:chExt cx="820854" cy="2209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508" y="-508"/>
              <a:ext cx="821817" cy="221488"/>
            </a:xfrm>
            <a:custGeom>
              <a:avLst/>
              <a:gdLst/>
              <a:ahLst/>
              <a:cxnLst/>
              <a:rect r="r" b="b" t="t" l="l"/>
              <a:pathLst>
                <a:path h="221488" w="821817">
                  <a:moveTo>
                    <a:pt x="420878" y="221488"/>
                  </a:moveTo>
                  <a:cubicBezTo>
                    <a:pt x="420243" y="221488"/>
                    <a:pt x="419608" y="221361"/>
                    <a:pt x="419100" y="221107"/>
                  </a:cubicBezTo>
                  <a:lnTo>
                    <a:pt x="2667" y="7874"/>
                  </a:lnTo>
                  <a:cubicBezTo>
                    <a:pt x="762" y="6858"/>
                    <a:pt x="0" y="4572"/>
                    <a:pt x="889" y="2667"/>
                  </a:cubicBezTo>
                  <a:cubicBezTo>
                    <a:pt x="1778" y="762"/>
                    <a:pt x="4318" y="0"/>
                    <a:pt x="6223" y="1016"/>
                  </a:cubicBezTo>
                  <a:lnTo>
                    <a:pt x="420878" y="213106"/>
                  </a:lnTo>
                  <a:lnTo>
                    <a:pt x="815594" y="3556"/>
                  </a:lnTo>
                  <a:cubicBezTo>
                    <a:pt x="817499" y="2540"/>
                    <a:pt x="819785" y="3302"/>
                    <a:pt x="820801" y="5207"/>
                  </a:cubicBezTo>
                  <a:cubicBezTo>
                    <a:pt x="821817" y="7112"/>
                    <a:pt x="821055" y="9398"/>
                    <a:pt x="819150" y="10414"/>
                  </a:cubicBezTo>
                  <a:lnTo>
                    <a:pt x="422783" y="220980"/>
                  </a:lnTo>
                  <a:cubicBezTo>
                    <a:pt x="422148" y="221234"/>
                    <a:pt x="421513" y="221488"/>
                    <a:pt x="421005" y="2214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1116766" y="7694798"/>
            <a:ext cx="1245924" cy="292794"/>
          </a:xfrm>
          <a:custGeom>
            <a:avLst/>
            <a:gdLst/>
            <a:ahLst/>
            <a:cxnLst/>
            <a:rect r="r" b="b" t="t" l="l"/>
            <a:pathLst>
              <a:path h="292794" w="1245924">
                <a:moveTo>
                  <a:pt x="0" y="0"/>
                </a:moveTo>
                <a:lnTo>
                  <a:pt x="1245924" y="0"/>
                </a:lnTo>
                <a:lnTo>
                  <a:pt x="1245924" y="292794"/>
                </a:lnTo>
                <a:lnTo>
                  <a:pt x="0" y="2927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0819408" y="6809873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0" y="0"/>
                </a:lnTo>
                <a:lnTo>
                  <a:pt x="553270" y="121905"/>
                </a:lnTo>
                <a:lnTo>
                  <a:pt x="0" y="1219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3148720" y="3028487"/>
            <a:ext cx="264401" cy="269886"/>
            <a:chOff x="0" y="0"/>
            <a:chExt cx="352534" cy="3598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-38862"/>
              <a:ext cx="352552" cy="398653"/>
            </a:xfrm>
            <a:custGeom>
              <a:avLst/>
              <a:gdLst/>
              <a:ahLst/>
              <a:cxnLst/>
              <a:rect r="r" b="b" t="t" l="l"/>
              <a:pathLst>
                <a:path h="398653" w="352552">
                  <a:moveTo>
                    <a:pt x="0" y="398653"/>
                  </a:moveTo>
                  <a:cubicBezTo>
                    <a:pt x="0" y="398653"/>
                    <a:pt x="762" y="92710"/>
                    <a:pt x="138303" y="46355"/>
                  </a:cubicBezTo>
                  <a:cubicBezTo>
                    <a:pt x="275844" y="0"/>
                    <a:pt x="352552" y="184785"/>
                    <a:pt x="352552" y="184785"/>
                  </a:cubicBezTo>
                  <a:lnTo>
                    <a:pt x="0" y="398653"/>
                  </a:ln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14986" y="3480325"/>
            <a:ext cx="419428" cy="513240"/>
            <a:chOff x="0" y="0"/>
            <a:chExt cx="559237" cy="6843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39243" y="-29591"/>
              <a:ext cx="601599" cy="874014"/>
            </a:xfrm>
            <a:custGeom>
              <a:avLst/>
              <a:gdLst/>
              <a:ahLst/>
              <a:cxnLst/>
              <a:rect r="r" b="b" t="t" l="l"/>
              <a:pathLst>
                <a:path h="874014" w="601599">
                  <a:moveTo>
                    <a:pt x="488696" y="623697"/>
                  </a:moveTo>
                  <a:cubicBezTo>
                    <a:pt x="489077" y="610997"/>
                    <a:pt x="595249" y="82042"/>
                    <a:pt x="598424" y="41021"/>
                  </a:cubicBezTo>
                  <a:cubicBezTo>
                    <a:pt x="601599" y="0"/>
                    <a:pt x="155321" y="82550"/>
                    <a:pt x="155321" y="82550"/>
                  </a:cubicBezTo>
                  <a:cubicBezTo>
                    <a:pt x="155321" y="82550"/>
                    <a:pt x="50546" y="471170"/>
                    <a:pt x="41783" y="541020"/>
                  </a:cubicBezTo>
                  <a:cubicBezTo>
                    <a:pt x="0" y="874014"/>
                    <a:pt x="488696" y="623697"/>
                    <a:pt x="488696" y="62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110644" y="3475906"/>
            <a:ext cx="428110" cy="522096"/>
          </a:xfrm>
          <a:custGeom>
            <a:avLst/>
            <a:gdLst/>
            <a:ahLst/>
            <a:cxnLst/>
            <a:rect r="r" b="b" t="t" l="l"/>
            <a:pathLst>
              <a:path h="522096" w="428110">
                <a:moveTo>
                  <a:pt x="0" y="0"/>
                </a:moveTo>
                <a:lnTo>
                  <a:pt x="428110" y="0"/>
                </a:lnTo>
                <a:lnTo>
                  <a:pt x="428110" y="522096"/>
                </a:lnTo>
                <a:lnTo>
                  <a:pt x="0" y="5220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056230" y="2994678"/>
            <a:ext cx="601867" cy="659036"/>
            <a:chOff x="0" y="0"/>
            <a:chExt cx="802490" cy="87871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6736" y="-17018"/>
              <a:ext cx="947166" cy="1027176"/>
            </a:xfrm>
            <a:custGeom>
              <a:avLst/>
              <a:gdLst/>
              <a:ahLst/>
              <a:cxnLst/>
              <a:rect r="r" b="b" t="t" l="l"/>
              <a:pathLst>
                <a:path h="1027176" w="947166">
                  <a:moveTo>
                    <a:pt x="530098" y="32131"/>
                  </a:moveTo>
                  <a:cubicBezTo>
                    <a:pt x="390906" y="0"/>
                    <a:pt x="367411" y="16764"/>
                    <a:pt x="255651" y="105664"/>
                  </a:cubicBezTo>
                  <a:cubicBezTo>
                    <a:pt x="183642" y="162941"/>
                    <a:pt x="0" y="677799"/>
                    <a:pt x="57785" y="800354"/>
                  </a:cubicBezTo>
                  <a:cubicBezTo>
                    <a:pt x="164846" y="1027176"/>
                    <a:pt x="639191" y="784225"/>
                    <a:pt x="673735" y="739902"/>
                  </a:cubicBezTo>
                  <a:cubicBezTo>
                    <a:pt x="708279" y="695579"/>
                    <a:pt x="947166" y="291465"/>
                    <a:pt x="803910" y="154559"/>
                  </a:cubicBezTo>
                  <a:cubicBezTo>
                    <a:pt x="739775" y="93218"/>
                    <a:pt x="630936" y="55372"/>
                    <a:pt x="530098" y="320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3051926" y="2990336"/>
            <a:ext cx="371215" cy="667757"/>
          </a:xfrm>
          <a:custGeom>
            <a:avLst/>
            <a:gdLst/>
            <a:ahLst/>
            <a:cxnLst/>
            <a:rect r="r" b="b" t="t" l="l"/>
            <a:pathLst>
              <a:path h="667757" w="371215">
                <a:moveTo>
                  <a:pt x="0" y="0"/>
                </a:moveTo>
                <a:lnTo>
                  <a:pt x="371215" y="0"/>
                </a:lnTo>
                <a:lnTo>
                  <a:pt x="371215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3136665" y="3248430"/>
            <a:ext cx="195168" cy="87430"/>
            <a:chOff x="0" y="0"/>
            <a:chExt cx="260224" cy="11657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2794" y="-2159"/>
              <a:ext cx="265811" cy="120904"/>
            </a:xfrm>
            <a:custGeom>
              <a:avLst/>
              <a:gdLst/>
              <a:ahLst/>
              <a:cxnLst/>
              <a:rect r="r" b="b" t="t" l="l"/>
              <a:pathLst>
                <a:path h="120904" w="265811">
                  <a:moveTo>
                    <a:pt x="249809" y="54483"/>
                  </a:moveTo>
                  <a:cubicBezTo>
                    <a:pt x="260477" y="57023"/>
                    <a:pt x="265811" y="73406"/>
                    <a:pt x="261620" y="91059"/>
                  </a:cubicBezTo>
                  <a:cubicBezTo>
                    <a:pt x="257429" y="108712"/>
                    <a:pt x="245364" y="120904"/>
                    <a:pt x="234569" y="118364"/>
                  </a:cubicBezTo>
                  <a:cubicBezTo>
                    <a:pt x="223774" y="115824"/>
                    <a:pt x="218694" y="99441"/>
                    <a:pt x="222885" y="81788"/>
                  </a:cubicBezTo>
                  <a:cubicBezTo>
                    <a:pt x="227076" y="64135"/>
                    <a:pt x="239141" y="51943"/>
                    <a:pt x="249809" y="54483"/>
                  </a:cubicBezTo>
                  <a:close/>
                  <a:moveTo>
                    <a:pt x="31242" y="2540"/>
                  </a:moveTo>
                  <a:cubicBezTo>
                    <a:pt x="41910" y="5080"/>
                    <a:pt x="47244" y="21463"/>
                    <a:pt x="43053" y="39116"/>
                  </a:cubicBezTo>
                  <a:cubicBezTo>
                    <a:pt x="38862" y="56769"/>
                    <a:pt x="26670" y="68961"/>
                    <a:pt x="16002" y="66421"/>
                  </a:cubicBezTo>
                  <a:cubicBezTo>
                    <a:pt x="5334" y="63881"/>
                    <a:pt x="0" y="47498"/>
                    <a:pt x="4191" y="29845"/>
                  </a:cubicBezTo>
                  <a:cubicBezTo>
                    <a:pt x="8382" y="12192"/>
                    <a:pt x="20447" y="0"/>
                    <a:pt x="31242" y="2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3146180" y="3193502"/>
            <a:ext cx="479782" cy="280780"/>
          </a:xfrm>
          <a:custGeom>
            <a:avLst/>
            <a:gdLst/>
            <a:ahLst/>
            <a:cxnLst/>
            <a:rect r="r" b="b" t="t" l="l"/>
            <a:pathLst>
              <a:path h="280780" w="479782">
                <a:moveTo>
                  <a:pt x="0" y="0"/>
                </a:moveTo>
                <a:lnTo>
                  <a:pt x="479782" y="0"/>
                </a:lnTo>
                <a:lnTo>
                  <a:pt x="479782" y="280780"/>
                </a:lnTo>
                <a:lnTo>
                  <a:pt x="0" y="2807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3178838" y="2835382"/>
            <a:ext cx="594158" cy="741624"/>
          </a:xfrm>
          <a:custGeom>
            <a:avLst/>
            <a:gdLst/>
            <a:ahLst/>
            <a:cxnLst/>
            <a:rect r="r" b="b" t="t" l="l"/>
            <a:pathLst>
              <a:path h="741624" w="594158">
                <a:moveTo>
                  <a:pt x="0" y="0"/>
                </a:moveTo>
                <a:lnTo>
                  <a:pt x="594158" y="0"/>
                </a:lnTo>
                <a:lnTo>
                  <a:pt x="594158" y="741624"/>
                </a:lnTo>
                <a:lnTo>
                  <a:pt x="0" y="74162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501140" y="3311182"/>
            <a:ext cx="157859" cy="175276"/>
            <a:chOff x="0" y="0"/>
            <a:chExt cx="210478" cy="2337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-44323" y="-37719"/>
              <a:ext cx="301879" cy="303149"/>
            </a:xfrm>
            <a:custGeom>
              <a:avLst/>
              <a:gdLst/>
              <a:ahLst/>
              <a:cxnLst/>
              <a:rect r="r" b="b" t="t" l="l"/>
              <a:pathLst>
                <a:path h="303149" w="301879">
                  <a:moveTo>
                    <a:pt x="91440" y="52959"/>
                  </a:moveTo>
                  <a:cubicBezTo>
                    <a:pt x="91440" y="52959"/>
                    <a:pt x="197993" y="0"/>
                    <a:pt x="241173" y="91694"/>
                  </a:cubicBezTo>
                  <a:cubicBezTo>
                    <a:pt x="301879" y="220599"/>
                    <a:pt x="144018" y="303149"/>
                    <a:pt x="72009" y="259842"/>
                  </a:cubicBezTo>
                  <a:cubicBezTo>
                    <a:pt x="0" y="216535"/>
                    <a:pt x="91440" y="52959"/>
                    <a:pt x="91440" y="529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15322" y="3813202"/>
            <a:ext cx="773281" cy="1180369"/>
            <a:chOff x="0" y="0"/>
            <a:chExt cx="1031042" cy="15738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-43434" y="-33020"/>
              <a:ext cx="1125093" cy="1646047"/>
            </a:xfrm>
            <a:custGeom>
              <a:avLst/>
              <a:gdLst/>
              <a:ahLst/>
              <a:cxnLst/>
              <a:rect r="r" b="b" t="t" l="l"/>
              <a:pathLst>
                <a:path h="1646047" w="1125093">
                  <a:moveTo>
                    <a:pt x="1055878" y="389128"/>
                  </a:moveTo>
                  <a:lnTo>
                    <a:pt x="642874" y="1413383"/>
                  </a:lnTo>
                  <a:cubicBezTo>
                    <a:pt x="579120" y="1569085"/>
                    <a:pt x="403225" y="1646047"/>
                    <a:pt x="245618" y="1586992"/>
                  </a:cubicBezTo>
                  <a:cubicBezTo>
                    <a:pt x="81026" y="1525270"/>
                    <a:pt x="0" y="1339596"/>
                    <a:pt x="66929" y="1177036"/>
                  </a:cubicBezTo>
                  <a:lnTo>
                    <a:pt x="439039" y="225425"/>
                  </a:lnTo>
                  <a:cubicBezTo>
                    <a:pt x="499872" y="77343"/>
                    <a:pt x="663321" y="0"/>
                    <a:pt x="816356" y="46482"/>
                  </a:cubicBezTo>
                  <a:cubicBezTo>
                    <a:pt x="991235" y="99695"/>
                    <a:pt x="1125093" y="219964"/>
                    <a:pt x="1055878" y="389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195718" y="3795872"/>
            <a:ext cx="812302" cy="1217809"/>
            <a:chOff x="0" y="0"/>
            <a:chExt cx="1083069" cy="162374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-45212" y="-43815"/>
              <a:ext cx="1181354" cy="1707388"/>
            </a:xfrm>
            <a:custGeom>
              <a:avLst/>
              <a:gdLst/>
              <a:ahLst/>
              <a:cxnLst/>
              <a:rect r="r" b="b" t="t" l="l"/>
              <a:pathLst>
                <a:path h="1707388" w="1181354">
                  <a:moveTo>
                    <a:pt x="263017" y="1647952"/>
                  </a:moveTo>
                  <a:cubicBezTo>
                    <a:pt x="427990" y="1707388"/>
                    <a:pt x="610616" y="1627124"/>
                    <a:pt x="678434" y="1465453"/>
                  </a:cubicBezTo>
                  <a:lnTo>
                    <a:pt x="1107186" y="442595"/>
                  </a:lnTo>
                  <a:cubicBezTo>
                    <a:pt x="1181354" y="264541"/>
                    <a:pt x="1050036" y="132334"/>
                    <a:pt x="869061" y="65151"/>
                  </a:cubicBezTo>
                  <a:cubicBezTo>
                    <a:pt x="693547" y="0"/>
                    <a:pt x="498348" y="89027"/>
                    <a:pt x="432435" y="264287"/>
                  </a:cubicBezTo>
                  <a:lnTo>
                    <a:pt x="68580" y="1216533"/>
                  </a:lnTo>
                  <a:cubicBezTo>
                    <a:pt x="0" y="1389380"/>
                    <a:pt x="88011" y="1584833"/>
                    <a:pt x="263017" y="164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447221" y="4549399"/>
            <a:ext cx="965653" cy="464269"/>
            <a:chOff x="0" y="0"/>
            <a:chExt cx="1287538" cy="6190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7526" cy="618998"/>
            </a:xfrm>
            <a:custGeom>
              <a:avLst/>
              <a:gdLst/>
              <a:ahLst/>
              <a:cxnLst/>
              <a:rect r="r" b="b" t="t" l="l"/>
              <a:pathLst>
                <a:path h="618998" w="1287526">
                  <a:moveTo>
                    <a:pt x="62738" y="61468"/>
                  </a:moveTo>
                  <a:lnTo>
                    <a:pt x="0" y="453771"/>
                  </a:lnTo>
                  <a:lnTo>
                    <a:pt x="1287526" y="618998"/>
                  </a:lnTo>
                  <a:lnTo>
                    <a:pt x="1287526" y="0"/>
                  </a:lnTo>
                  <a:lnTo>
                    <a:pt x="62738" y="614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89966" y="4552790"/>
            <a:ext cx="927300" cy="61865"/>
            <a:chOff x="0" y="0"/>
            <a:chExt cx="1236400" cy="824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127" y="0"/>
              <a:ext cx="1237361" cy="82423"/>
            </a:xfrm>
            <a:custGeom>
              <a:avLst/>
              <a:gdLst/>
              <a:ahLst/>
              <a:cxnLst/>
              <a:rect r="r" b="b" t="t" l="l"/>
              <a:pathLst>
                <a:path h="82423" w="1237361">
                  <a:moveTo>
                    <a:pt x="1230630" y="82423"/>
                  </a:moveTo>
                  <a:cubicBezTo>
                    <a:pt x="1229995" y="82423"/>
                    <a:pt x="1229360" y="82296"/>
                    <a:pt x="1228725" y="82169"/>
                  </a:cubicBezTo>
                  <a:lnTo>
                    <a:pt x="1025271" y="11684"/>
                  </a:lnTo>
                  <a:lnTo>
                    <a:pt x="6223" y="62738"/>
                  </a:lnTo>
                  <a:cubicBezTo>
                    <a:pt x="3048" y="62992"/>
                    <a:pt x="254" y="60452"/>
                    <a:pt x="127" y="57277"/>
                  </a:cubicBezTo>
                  <a:cubicBezTo>
                    <a:pt x="0" y="54102"/>
                    <a:pt x="2413" y="51308"/>
                    <a:pt x="5588" y="51181"/>
                  </a:cubicBezTo>
                  <a:lnTo>
                    <a:pt x="1025779" y="0"/>
                  </a:lnTo>
                  <a:cubicBezTo>
                    <a:pt x="1026541" y="0"/>
                    <a:pt x="1027303" y="127"/>
                    <a:pt x="1027938" y="254"/>
                  </a:cubicBezTo>
                  <a:lnTo>
                    <a:pt x="1232662" y="71120"/>
                  </a:lnTo>
                  <a:cubicBezTo>
                    <a:pt x="1235710" y="72136"/>
                    <a:pt x="1237361" y="75438"/>
                    <a:pt x="1236218" y="78486"/>
                  </a:cubicBezTo>
                  <a:cubicBezTo>
                    <a:pt x="1235456" y="80899"/>
                    <a:pt x="1233170" y="82423"/>
                    <a:pt x="1230757" y="824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05728" y="4844704"/>
            <a:ext cx="928739" cy="2048114"/>
            <a:chOff x="0" y="0"/>
            <a:chExt cx="1238318" cy="2730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-28956"/>
              <a:ext cx="1302131" cy="2759837"/>
            </a:xfrm>
            <a:custGeom>
              <a:avLst/>
              <a:gdLst/>
              <a:ahLst/>
              <a:cxnLst/>
              <a:rect r="r" b="b" t="t" l="l"/>
              <a:pathLst>
                <a:path h="2759837" w="1302131">
                  <a:moveTo>
                    <a:pt x="1220978" y="566293"/>
                  </a:moveTo>
                  <a:cubicBezTo>
                    <a:pt x="989203" y="1261872"/>
                    <a:pt x="479425" y="2759837"/>
                    <a:pt x="479425" y="2759837"/>
                  </a:cubicBezTo>
                  <a:lnTo>
                    <a:pt x="0" y="2652903"/>
                  </a:lnTo>
                  <a:lnTo>
                    <a:pt x="359410" y="319913"/>
                  </a:lnTo>
                  <a:cubicBezTo>
                    <a:pt x="385572" y="130937"/>
                    <a:pt x="606171" y="0"/>
                    <a:pt x="832866" y="34544"/>
                  </a:cubicBezTo>
                  <a:cubicBezTo>
                    <a:pt x="1086485" y="73279"/>
                    <a:pt x="1302131" y="322961"/>
                    <a:pt x="1220978" y="566293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15" id="115"/>
          <p:cNvSpPr/>
          <p:nvPr/>
        </p:nvSpPr>
        <p:spPr>
          <a:xfrm flipH="false" flipV="false" rot="0">
            <a:off x="10901380" y="4840438"/>
            <a:ext cx="937364" cy="2056736"/>
          </a:xfrm>
          <a:custGeom>
            <a:avLst/>
            <a:gdLst/>
            <a:ahLst/>
            <a:cxnLst/>
            <a:rect r="r" b="b" t="t" l="l"/>
            <a:pathLst>
              <a:path h="2056736" w="937364">
                <a:moveTo>
                  <a:pt x="0" y="0"/>
                </a:moveTo>
                <a:lnTo>
                  <a:pt x="937364" y="0"/>
                </a:lnTo>
                <a:lnTo>
                  <a:pt x="937364" y="2056736"/>
                </a:lnTo>
                <a:lnTo>
                  <a:pt x="0" y="2056736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262036" y="6724838"/>
            <a:ext cx="1118300" cy="629549"/>
            <a:chOff x="0" y="0"/>
            <a:chExt cx="1491067" cy="8393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91107" cy="839470"/>
            </a:xfrm>
            <a:custGeom>
              <a:avLst/>
              <a:gdLst/>
              <a:ahLst/>
              <a:cxnLst/>
              <a:rect r="r" b="b" t="t" l="l"/>
              <a:pathLst>
                <a:path h="839470" w="1491107">
                  <a:moveTo>
                    <a:pt x="0" y="724281"/>
                  </a:moveTo>
                  <a:lnTo>
                    <a:pt x="9398" y="822452"/>
                  </a:lnTo>
                  <a:lnTo>
                    <a:pt x="38735" y="839470"/>
                  </a:lnTo>
                  <a:lnTo>
                    <a:pt x="1491107" y="700151"/>
                  </a:lnTo>
                  <a:lnTo>
                    <a:pt x="1474470" y="525907"/>
                  </a:lnTo>
                  <a:cubicBezTo>
                    <a:pt x="1472438" y="504698"/>
                    <a:pt x="1460246" y="485775"/>
                    <a:pt x="1441831" y="475234"/>
                  </a:cubicBezTo>
                  <a:lnTo>
                    <a:pt x="1400429" y="43434"/>
                  </a:lnTo>
                  <a:lnTo>
                    <a:pt x="890524" y="0"/>
                  </a:lnTo>
                  <a:lnTo>
                    <a:pt x="772922" y="151003"/>
                  </a:lnTo>
                  <a:lnTo>
                    <a:pt x="537591" y="350139"/>
                  </a:lnTo>
                  <a:cubicBezTo>
                    <a:pt x="455041" y="419989"/>
                    <a:pt x="362585" y="477520"/>
                    <a:pt x="263398" y="520573"/>
                  </a:cubicBezTo>
                  <a:cubicBezTo>
                    <a:pt x="164211" y="563626"/>
                    <a:pt x="51308" y="612394"/>
                    <a:pt x="44831" y="613029"/>
                  </a:cubicBezTo>
                  <a:cubicBezTo>
                    <a:pt x="34417" y="614045"/>
                    <a:pt x="7620" y="699262"/>
                    <a:pt x="1270" y="719836"/>
                  </a:cubicBezTo>
                  <a:cubicBezTo>
                    <a:pt x="381" y="722757"/>
                    <a:pt x="0" y="724281"/>
                    <a:pt x="0" y="7242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267438" y="7191083"/>
            <a:ext cx="1112928" cy="163304"/>
            <a:chOff x="0" y="0"/>
            <a:chExt cx="1483904" cy="2177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83868" cy="217805"/>
            </a:xfrm>
            <a:custGeom>
              <a:avLst/>
              <a:gdLst/>
              <a:ahLst/>
              <a:cxnLst/>
              <a:rect r="r" b="b" t="t" l="l"/>
              <a:pathLst>
                <a:path h="217805" w="1483868">
                  <a:moveTo>
                    <a:pt x="0" y="177165"/>
                  </a:moveTo>
                  <a:lnTo>
                    <a:pt x="2286" y="200787"/>
                  </a:lnTo>
                  <a:lnTo>
                    <a:pt x="31623" y="217805"/>
                  </a:lnTo>
                  <a:lnTo>
                    <a:pt x="1483868" y="78486"/>
                  </a:lnTo>
                  <a:lnTo>
                    <a:pt x="1476375" y="0"/>
                  </a:lnTo>
                  <a:lnTo>
                    <a:pt x="0" y="17716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62065" y="7081216"/>
            <a:ext cx="1116878" cy="260450"/>
            <a:chOff x="0" y="0"/>
            <a:chExt cx="1489171" cy="3472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89202" cy="347218"/>
            </a:xfrm>
            <a:custGeom>
              <a:avLst/>
              <a:gdLst/>
              <a:ahLst/>
              <a:cxnLst/>
              <a:rect r="r" b="b" t="t" l="l"/>
              <a:pathLst>
                <a:path h="347218" w="1489202">
                  <a:moveTo>
                    <a:pt x="0" y="249047"/>
                  </a:moveTo>
                  <a:lnTo>
                    <a:pt x="9398" y="347218"/>
                  </a:lnTo>
                  <a:lnTo>
                    <a:pt x="1489202" y="205359"/>
                  </a:lnTo>
                  <a:lnTo>
                    <a:pt x="1474343" y="50673"/>
                  </a:lnTo>
                  <a:cubicBezTo>
                    <a:pt x="1472311" y="29464"/>
                    <a:pt x="1460119" y="10541"/>
                    <a:pt x="1441704" y="0"/>
                  </a:cubicBezTo>
                  <a:lnTo>
                    <a:pt x="1270" y="244729"/>
                  </a:lnTo>
                  <a:cubicBezTo>
                    <a:pt x="381" y="247650"/>
                    <a:pt x="0" y="249174"/>
                    <a:pt x="0" y="2491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259320" y="6902213"/>
            <a:ext cx="1088389" cy="386888"/>
          </a:xfrm>
          <a:custGeom>
            <a:avLst/>
            <a:gdLst/>
            <a:ahLst/>
            <a:cxnLst/>
            <a:rect r="r" b="b" t="t" l="l"/>
            <a:pathLst>
              <a:path h="386888" w="1088389">
                <a:moveTo>
                  <a:pt x="0" y="0"/>
                </a:moveTo>
                <a:lnTo>
                  <a:pt x="1088389" y="0"/>
                </a:lnTo>
                <a:lnTo>
                  <a:pt x="1088389" y="386888"/>
                </a:lnTo>
                <a:lnTo>
                  <a:pt x="0" y="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885865" y="4779217"/>
            <a:ext cx="2433794" cy="1886722"/>
          </a:xfrm>
          <a:custGeom>
            <a:avLst/>
            <a:gdLst/>
            <a:ahLst/>
            <a:cxnLst/>
            <a:rect r="r" b="b" t="t" l="l"/>
            <a:pathLst>
              <a:path h="1886722" w="2433794">
                <a:moveTo>
                  <a:pt x="0" y="0"/>
                </a:moveTo>
                <a:lnTo>
                  <a:pt x="2433794" y="0"/>
                </a:lnTo>
                <a:lnTo>
                  <a:pt x="2433794" y="1886722"/>
                </a:lnTo>
                <a:lnTo>
                  <a:pt x="0" y="188672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0881432" y="4774832"/>
            <a:ext cx="1872566" cy="1895465"/>
          </a:xfrm>
          <a:custGeom>
            <a:avLst/>
            <a:gdLst/>
            <a:ahLst/>
            <a:cxnLst/>
            <a:rect r="r" b="b" t="t" l="l"/>
            <a:pathLst>
              <a:path h="1895465" w="1872566">
                <a:moveTo>
                  <a:pt x="0" y="0"/>
                </a:moveTo>
                <a:lnTo>
                  <a:pt x="1872566" y="0"/>
                </a:lnTo>
                <a:lnTo>
                  <a:pt x="1872566" y="1895465"/>
                </a:lnTo>
                <a:lnTo>
                  <a:pt x="0" y="189546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495416" y="4890385"/>
            <a:ext cx="896094" cy="330440"/>
            <a:chOff x="0" y="0"/>
            <a:chExt cx="1194792" cy="44058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-762" y="-762"/>
              <a:ext cx="1196340" cy="441325"/>
            </a:xfrm>
            <a:custGeom>
              <a:avLst/>
              <a:gdLst/>
              <a:ahLst/>
              <a:cxnLst/>
              <a:rect r="r" b="b" t="t" l="l"/>
              <a:pathLst>
                <a:path h="441325" w="1196340">
                  <a:moveTo>
                    <a:pt x="1189736" y="441325"/>
                  </a:moveTo>
                  <a:cubicBezTo>
                    <a:pt x="1189101" y="441325"/>
                    <a:pt x="1188466" y="441198"/>
                    <a:pt x="1187704" y="440944"/>
                  </a:cubicBezTo>
                  <a:lnTo>
                    <a:pt x="4572" y="12065"/>
                  </a:lnTo>
                  <a:cubicBezTo>
                    <a:pt x="1524" y="10922"/>
                    <a:pt x="0" y="7620"/>
                    <a:pt x="1143" y="4572"/>
                  </a:cubicBezTo>
                  <a:cubicBezTo>
                    <a:pt x="2286" y="1524"/>
                    <a:pt x="5461" y="0"/>
                    <a:pt x="8509" y="1143"/>
                  </a:cubicBezTo>
                  <a:lnTo>
                    <a:pt x="1191768" y="430022"/>
                  </a:lnTo>
                  <a:cubicBezTo>
                    <a:pt x="1194816" y="431165"/>
                    <a:pt x="1196340" y="434467"/>
                    <a:pt x="1195197" y="437515"/>
                  </a:cubicBezTo>
                  <a:cubicBezTo>
                    <a:pt x="1194308" y="439928"/>
                    <a:pt x="1192149" y="441325"/>
                    <a:pt x="1189736" y="441325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82947" y="5478793"/>
            <a:ext cx="31531" cy="173659"/>
            <a:chOff x="0" y="0"/>
            <a:chExt cx="42042" cy="23154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381" y="-508"/>
              <a:ext cx="42799" cy="232156"/>
            </a:xfrm>
            <a:custGeom>
              <a:avLst/>
              <a:gdLst/>
              <a:ahLst/>
              <a:cxnLst/>
              <a:rect r="r" b="b" t="t" l="l"/>
              <a:pathLst>
                <a:path h="232156" w="42799">
                  <a:moveTo>
                    <a:pt x="36576" y="232029"/>
                  </a:moveTo>
                  <a:cubicBezTo>
                    <a:pt x="33655" y="232029"/>
                    <a:pt x="31242" y="229997"/>
                    <a:pt x="30861" y="227076"/>
                  </a:cubicBezTo>
                  <a:lnTo>
                    <a:pt x="381" y="7112"/>
                  </a:lnTo>
                  <a:cubicBezTo>
                    <a:pt x="0" y="3937"/>
                    <a:pt x="2159" y="1016"/>
                    <a:pt x="5334" y="508"/>
                  </a:cubicBezTo>
                  <a:cubicBezTo>
                    <a:pt x="8509" y="0"/>
                    <a:pt x="11557" y="2413"/>
                    <a:pt x="11938" y="5588"/>
                  </a:cubicBezTo>
                  <a:lnTo>
                    <a:pt x="42418" y="225552"/>
                  </a:lnTo>
                  <a:cubicBezTo>
                    <a:pt x="42799" y="228727"/>
                    <a:pt x="40640" y="231648"/>
                    <a:pt x="37465" y="232156"/>
                  </a:cubicBezTo>
                  <a:cubicBezTo>
                    <a:pt x="37211" y="232156"/>
                    <a:pt x="36957" y="232156"/>
                    <a:pt x="36703" y="232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960096" y="6009893"/>
            <a:ext cx="671126" cy="2060878"/>
            <a:chOff x="0" y="0"/>
            <a:chExt cx="894835" cy="274783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-1905"/>
              <a:ext cx="935101" cy="2749804"/>
            </a:xfrm>
            <a:custGeom>
              <a:avLst/>
              <a:gdLst/>
              <a:ahLst/>
              <a:cxnLst/>
              <a:rect r="r" b="b" t="t" l="l"/>
              <a:pathLst>
                <a:path h="2749804" w="935101">
                  <a:moveTo>
                    <a:pt x="889381" y="473075"/>
                  </a:moveTo>
                  <a:cubicBezTo>
                    <a:pt x="758952" y="1194689"/>
                    <a:pt x="467487" y="2749804"/>
                    <a:pt x="467487" y="2749804"/>
                  </a:cubicBezTo>
                  <a:lnTo>
                    <a:pt x="0" y="2667635"/>
                  </a:lnTo>
                  <a:lnTo>
                    <a:pt x="81280" y="392430"/>
                  </a:lnTo>
                  <a:cubicBezTo>
                    <a:pt x="80264" y="201803"/>
                    <a:pt x="200279" y="0"/>
                    <a:pt x="429514" y="1905"/>
                  </a:cubicBezTo>
                  <a:cubicBezTo>
                    <a:pt x="686054" y="4064"/>
                    <a:pt x="935101" y="220599"/>
                    <a:pt x="889381" y="473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10955735" y="6005568"/>
            <a:ext cx="679746" cy="2069590"/>
          </a:xfrm>
          <a:custGeom>
            <a:avLst/>
            <a:gdLst/>
            <a:ahLst/>
            <a:cxnLst/>
            <a:rect r="r" b="b" t="t" l="l"/>
            <a:pathLst>
              <a:path h="2069590" w="679746">
                <a:moveTo>
                  <a:pt x="0" y="0"/>
                </a:moveTo>
                <a:lnTo>
                  <a:pt x="679746" y="0"/>
                </a:lnTo>
                <a:lnTo>
                  <a:pt x="679746" y="2069590"/>
                </a:lnTo>
                <a:lnTo>
                  <a:pt x="0" y="206959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0914241" y="5449898"/>
            <a:ext cx="2464859" cy="2188642"/>
          </a:xfrm>
          <a:custGeom>
            <a:avLst/>
            <a:gdLst/>
            <a:ahLst/>
            <a:cxnLst/>
            <a:rect r="r" b="b" t="t" l="l"/>
            <a:pathLst>
              <a:path h="2188642" w="2464859">
                <a:moveTo>
                  <a:pt x="0" y="0"/>
                </a:moveTo>
                <a:lnTo>
                  <a:pt x="2464859" y="0"/>
                </a:lnTo>
                <a:lnTo>
                  <a:pt x="2464859" y="2188642"/>
                </a:lnTo>
                <a:lnTo>
                  <a:pt x="0" y="218864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415728" y="7915049"/>
            <a:ext cx="1091233" cy="792185"/>
            <a:chOff x="0" y="0"/>
            <a:chExt cx="1454978" cy="105624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55039" cy="1056386"/>
            </a:xfrm>
            <a:custGeom>
              <a:avLst/>
              <a:gdLst/>
              <a:ahLst/>
              <a:cxnLst/>
              <a:rect r="r" b="b" t="t" l="l"/>
              <a:pathLst>
                <a:path h="1056386" w="1455039">
                  <a:moveTo>
                    <a:pt x="0" y="951484"/>
                  </a:moveTo>
                  <a:lnTo>
                    <a:pt x="29210" y="1045718"/>
                  </a:lnTo>
                  <a:lnTo>
                    <a:pt x="61468" y="1056386"/>
                  </a:lnTo>
                  <a:lnTo>
                    <a:pt x="1455039" y="624586"/>
                  </a:lnTo>
                  <a:lnTo>
                    <a:pt x="1403223" y="457327"/>
                  </a:lnTo>
                  <a:cubicBezTo>
                    <a:pt x="1396873" y="437007"/>
                    <a:pt x="1381252" y="421005"/>
                    <a:pt x="1360932" y="414274"/>
                  </a:cubicBezTo>
                  <a:lnTo>
                    <a:pt x="1232535" y="0"/>
                  </a:lnTo>
                  <a:lnTo>
                    <a:pt x="724535" y="61214"/>
                  </a:lnTo>
                  <a:lnTo>
                    <a:pt x="640207" y="233045"/>
                  </a:lnTo>
                  <a:lnTo>
                    <a:pt x="450342" y="475869"/>
                  </a:lnTo>
                  <a:cubicBezTo>
                    <a:pt x="383667" y="561086"/>
                    <a:pt x="304927" y="636016"/>
                    <a:pt x="216535" y="698500"/>
                  </a:cubicBezTo>
                  <a:cubicBezTo>
                    <a:pt x="128143" y="760984"/>
                    <a:pt x="27559" y="831596"/>
                    <a:pt x="21209" y="833501"/>
                  </a:cubicBezTo>
                  <a:cubicBezTo>
                    <a:pt x="11303" y="836549"/>
                    <a:pt x="2413" y="925449"/>
                    <a:pt x="381" y="946912"/>
                  </a:cubicBezTo>
                  <a:cubicBezTo>
                    <a:pt x="127" y="949833"/>
                    <a:pt x="0" y="951484"/>
                    <a:pt x="0" y="9514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432369" y="8327012"/>
            <a:ext cx="1074622" cy="380221"/>
            <a:chOff x="0" y="0"/>
            <a:chExt cx="1432829" cy="50696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2814" cy="506984"/>
            </a:xfrm>
            <a:custGeom>
              <a:avLst/>
              <a:gdLst/>
              <a:ahLst/>
              <a:cxnLst/>
              <a:rect r="r" b="b" t="t" l="l"/>
              <a:pathLst>
                <a:path h="506984" w="1432814">
                  <a:moveTo>
                    <a:pt x="0" y="473710"/>
                  </a:moveTo>
                  <a:lnTo>
                    <a:pt x="6985" y="496316"/>
                  </a:lnTo>
                  <a:lnTo>
                    <a:pt x="39243" y="506984"/>
                  </a:lnTo>
                  <a:lnTo>
                    <a:pt x="1432814" y="75311"/>
                  </a:lnTo>
                  <a:lnTo>
                    <a:pt x="1409446" y="0"/>
                  </a:lnTo>
                  <a:lnTo>
                    <a:pt x="0" y="47371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415728" y="8225800"/>
            <a:ext cx="1086848" cy="473476"/>
            <a:chOff x="0" y="0"/>
            <a:chExt cx="1449131" cy="63130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49070" cy="631317"/>
            </a:xfrm>
            <a:custGeom>
              <a:avLst/>
              <a:gdLst/>
              <a:ahLst/>
              <a:cxnLst/>
              <a:rect r="r" b="b" t="t" l="l"/>
              <a:pathLst>
                <a:path h="631317" w="1449070">
                  <a:moveTo>
                    <a:pt x="0" y="537083"/>
                  </a:moveTo>
                  <a:lnTo>
                    <a:pt x="29210" y="631317"/>
                  </a:lnTo>
                  <a:lnTo>
                    <a:pt x="1449070" y="191516"/>
                  </a:lnTo>
                  <a:lnTo>
                    <a:pt x="1403223" y="43053"/>
                  </a:lnTo>
                  <a:cubicBezTo>
                    <a:pt x="1396873" y="22733"/>
                    <a:pt x="1381252" y="6731"/>
                    <a:pt x="1360932" y="0"/>
                  </a:cubicBezTo>
                  <a:lnTo>
                    <a:pt x="381" y="532511"/>
                  </a:lnTo>
                  <a:cubicBezTo>
                    <a:pt x="127" y="535432"/>
                    <a:pt x="0" y="537083"/>
                    <a:pt x="0" y="5370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0416322" y="8163498"/>
            <a:ext cx="1024439" cy="485507"/>
          </a:xfrm>
          <a:custGeom>
            <a:avLst/>
            <a:gdLst/>
            <a:ahLst/>
            <a:cxnLst/>
            <a:rect r="r" b="b" t="t" l="l"/>
            <a:pathLst>
              <a:path h="485507" w="1024439">
                <a:moveTo>
                  <a:pt x="0" y="0"/>
                </a:moveTo>
                <a:lnTo>
                  <a:pt x="1024438" y="0"/>
                </a:lnTo>
                <a:lnTo>
                  <a:pt x="1024438" y="485507"/>
                </a:lnTo>
                <a:lnTo>
                  <a:pt x="0" y="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1516461" y="6303030"/>
            <a:ext cx="107627" cy="132284"/>
            <a:chOff x="0" y="0"/>
            <a:chExt cx="143502" cy="1763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-762" y="-762"/>
              <a:ext cx="145034" cy="177165"/>
            </a:xfrm>
            <a:custGeom>
              <a:avLst/>
              <a:gdLst/>
              <a:ahLst/>
              <a:cxnLst/>
              <a:rect r="r" b="b" t="t" l="l"/>
              <a:pathLst>
                <a:path h="177165" w="145034">
                  <a:moveTo>
                    <a:pt x="138430" y="177165"/>
                  </a:moveTo>
                  <a:cubicBezTo>
                    <a:pt x="136779" y="177165"/>
                    <a:pt x="135001" y="176403"/>
                    <a:pt x="133858" y="175006"/>
                  </a:cubicBezTo>
                  <a:lnTo>
                    <a:pt x="2032" y="10160"/>
                  </a:lnTo>
                  <a:cubicBezTo>
                    <a:pt x="0" y="7747"/>
                    <a:pt x="508" y="4064"/>
                    <a:pt x="2921" y="2032"/>
                  </a:cubicBezTo>
                  <a:cubicBezTo>
                    <a:pt x="5334" y="0"/>
                    <a:pt x="9144" y="508"/>
                    <a:pt x="11049" y="2921"/>
                  </a:cubicBezTo>
                  <a:lnTo>
                    <a:pt x="143002" y="167640"/>
                  </a:lnTo>
                  <a:cubicBezTo>
                    <a:pt x="145034" y="170180"/>
                    <a:pt x="144653" y="173736"/>
                    <a:pt x="142113" y="175768"/>
                  </a:cubicBezTo>
                  <a:cubicBezTo>
                    <a:pt x="140970" y="176657"/>
                    <a:pt x="139700" y="177038"/>
                    <a:pt x="138430" y="1770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1725417" y="4943008"/>
            <a:ext cx="1102816" cy="299618"/>
            <a:chOff x="0" y="0"/>
            <a:chExt cx="1470421" cy="3994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72692" cy="401701"/>
            </a:xfrm>
            <a:custGeom>
              <a:avLst/>
              <a:gdLst/>
              <a:ahLst/>
              <a:cxnLst/>
              <a:rect r="r" b="b" t="t" l="l"/>
              <a:pathLst>
                <a:path h="401701" w="1472692">
                  <a:moveTo>
                    <a:pt x="1441450" y="399034"/>
                  </a:moveTo>
                  <a:lnTo>
                    <a:pt x="0" y="92456"/>
                  </a:lnTo>
                  <a:lnTo>
                    <a:pt x="19685" y="0"/>
                  </a:lnTo>
                  <a:lnTo>
                    <a:pt x="1452245" y="352171"/>
                  </a:lnTo>
                  <a:cubicBezTo>
                    <a:pt x="1464818" y="355219"/>
                    <a:pt x="1472692" y="367792"/>
                    <a:pt x="1470025" y="380492"/>
                  </a:cubicBezTo>
                  <a:cubicBezTo>
                    <a:pt x="1467231" y="393446"/>
                    <a:pt x="1454531" y="401701"/>
                    <a:pt x="1441577" y="398907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721026" y="4938652"/>
            <a:ext cx="1111518" cy="308371"/>
          </a:xfrm>
          <a:custGeom>
            <a:avLst/>
            <a:gdLst/>
            <a:ahLst/>
            <a:cxnLst/>
            <a:rect r="r" b="b" t="t" l="l"/>
            <a:pathLst>
              <a:path h="308371" w="1111518">
                <a:moveTo>
                  <a:pt x="0" y="0"/>
                </a:moveTo>
                <a:lnTo>
                  <a:pt x="1111518" y="0"/>
                </a:lnTo>
                <a:lnTo>
                  <a:pt x="1111518" y="308371"/>
                </a:lnTo>
                <a:lnTo>
                  <a:pt x="0" y="308371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1106085" y="4132338"/>
            <a:ext cx="1099901" cy="952990"/>
            <a:chOff x="0" y="0"/>
            <a:chExt cx="1466534" cy="12706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-635" y="-6350"/>
              <a:ext cx="1467866" cy="1283335"/>
            </a:xfrm>
            <a:custGeom>
              <a:avLst/>
              <a:gdLst/>
              <a:ahLst/>
              <a:cxnLst/>
              <a:rect r="r" b="b" t="t" l="l"/>
              <a:pathLst>
                <a:path h="1283335" w="1467866">
                  <a:moveTo>
                    <a:pt x="1397889" y="1275715"/>
                  </a:moveTo>
                  <a:lnTo>
                    <a:pt x="61976" y="991489"/>
                  </a:lnTo>
                  <a:cubicBezTo>
                    <a:pt x="35560" y="985901"/>
                    <a:pt x="16383" y="963295"/>
                    <a:pt x="15875" y="937133"/>
                  </a:cubicBezTo>
                  <a:lnTo>
                    <a:pt x="635" y="62357"/>
                  </a:lnTo>
                  <a:cubicBezTo>
                    <a:pt x="0" y="26670"/>
                    <a:pt x="33782" y="0"/>
                    <a:pt x="69977" y="7747"/>
                  </a:cubicBezTo>
                  <a:lnTo>
                    <a:pt x="1405890" y="291846"/>
                  </a:lnTo>
                  <a:cubicBezTo>
                    <a:pt x="1432306" y="297434"/>
                    <a:pt x="1451483" y="320040"/>
                    <a:pt x="1451991" y="346202"/>
                  </a:cubicBezTo>
                  <a:lnTo>
                    <a:pt x="1467231" y="1220978"/>
                  </a:lnTo>
                  <a:cubicBezTo>
                    <a:pt x="1467866" y="1256665"/>
                    <a:pt x="1434084" y="1283335"/>
                    <a:pt x="1398016" y="127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11101786" y="4127972"/>
            <a:ext cx="1108584" cy="961727"/>
          </a:xfrm>
          <a:custGeom>
            <a:avLst/>
            <a:gdLst/>
            <a:ahLst/>
            <a:cxnLst/>
            <a:rect r="r" b="b" t="t" l="l"/>
            <a:pathLst>
              <a:path h="961727" w="1108584">
                <a:moveTo>
                  <a:pt x="0" y="0"/>
                </a:moveTo>
                <a:lnTo>
                  <a:pt x="1108584" y="0"/>
                </a:lnTo>
                <a:lnTo>
                  <a:pt x="1108584" y="961727"/>
                </a:lnTo>
                <a:lnTo>
                  <a:pt x="0" y="961727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072650" y="4126582"/>
            <a:ext cx="1095245" cy="978193"/>
            <a:chOff x="0" y="0"/>
            <a:chExt cx="1460326" cy="130425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-381" y="-6477"/>
              <a:ext cx="1461135" cy="1317244"/>
            </a:xfrm>
            <a:custGeom>
              <a:avLst/>
              <a:gdLst/>
              <a:ahLst/>
              <a:cxnLst/>
              <a:rect r="r" b="b" t="t" l="l"/>
              <a:pathLst>
                <a:path h="1317244" w="1461135">
                  <a:moveTo>
                    <a:pt x="1390904" y="1309497"/>
                  </a:moveTo>
                  <a:lnTo>
                    <a:pt x="54991" y="1025271"/>
                  </a:lnTo>
                  <a:cubicBezTo>
                    <a:pt x="28575" y="1019683"/>
                    <a:pt x="9525" y="996442"/>
                    <a:pt x="9271" y="969391"/>
                  </a:cubicBezTo>
                  <a:lnTo>
                    <a:pt x="381" y="64770"/>
                  </a:lnTo>
                  <a:cubicBezTo>
                    <a:pt x="0" y="27813"/>
                    <a:pt x="34036" y="0"/>
                    <a:pt x="70104" y="7747"/>
                  </a:cubicBezTo>
                  <a:lnTo>
                    <a:pt x="1406144" y="291973"/>
                  </a:lnTo>
                  <a:cubicBezTo>
                    <a:pt x="1432560" y="297561"/>
                    <a:pt x="1451610" y="320802"/>
                    <a:pt x="1451864" y="347853"/>
                  </a:cubicBezTo>
                  <a:lnTo>
                    <a:pt x="1460754" y="1252474"/>
                  </a:lnTo>
                  <a:cubicBezTo>
                    <a:pt x="1461135" y="1289431"/>
                    <a:pt x="1427099" y="1317244"/>
                    <a:pt x="1391031" y="13094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5267400">
            <a:off x="11519264" y="4559912"/>
            <a:ext cx="113845" cy="75916"/>
            <a:chOff x="0" y="0"/>
            <a:chExt cx="151794" cy="10122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1892" cy="101346"/>
            </a:xfrm>
            <a:custGeom>
              <a:avLst/>
              <a:gdLst/>
              <a:ahLst/>
              <a:cxnLst/>
              <a:rect r="r" b="b" t="t" l="l"/>
              <a:pathLst>
                <a:path h="101346" w="151892">
                  <a:moveTo>
                    <a:pt x="151765" y="50673"/>
                  </a:moveTo>
                  <a:cubicBezTo>
                    <a:pt x="151765" y="78613"/>
                    <a:pt x="117729" y="101346"/>
                    <a:pt x="75819" y="101346"/>
                  </a:cubicBezTo>
                  <a:cubicBezTo>
                    <a:pt x="33909" y="101346"/>
                    <a:pt x="0" y="78613"/>
                    <a:pt x="0" y="50673"/>
                  </a:cubicBezTo>
                  <a:cubicBezTo>
                    <a:pt x="0" y="22733"/>
                    <a:pt x="34036" y="0"/>
                    <a:pt x="75946" y="0"/>
                  </a:cubicBezTo>
                  <a:cubicBezTo>
                    <a:pt x="117856" y="0"/>
                    <a:pt x="151892" y="22606"/>
                    <a:pt x="151892" y="506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40997" y="3768685"/>
            <a:ext cx="1528958" cy="1995173"/>
            <a:chOff x="0" y="0"/>
            <a:chExt cx="2038611" cy="266023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38604" cy="2660269"/>
            </a:xfrm>
            <a:custGeom>
              <a:avLst/>
              <a:gdLst/>
              <a:ahLst/>
              <a:cxnLst/>
              <a:rect r="r" b="b" t="t" l="l"/>
              <a:pathLst>
                <a:path h="2660269" w="2038604">
                  <a:moveTo>
                    <a:pt x="2038604" y="484886"/>
                  </a:moveTo>
                  <a:lnTo>
                    <a:pt x="1510792" y="94361"/>
                  </a:lnTo>
                  <a:cubicBezTo>
                    <a:pt x="1368933" y="168275"/>
                    <a:pt x="1252093" y="153289"/>
                    <a:pt x="1182116" y="136906"/>
                  </a:cubicBezTo>
                  <a:cubicBezTo>
                    <a:pt x="1055116" y="107315"/>
                    <a:pt x="1053338" y="0"/>
                    <a:pt x="1053338" y="0"/>
                  </a:cubicBezTo>
                  <a:lnTo>
                    <a:pt x="510794" y="36195"/>
                  </a:lnTo>
                  <a:cubicBezTo>
                    <a:pt x="510794" y="36195"/>
                    <a:pt x="420878" y="649986"/>
                    <a:pt x="362966" y="862457"/>
                  </a:cubicBezTo>
                  <a:lnTo>
                    <a:pt x="0" y="1856740"/>
                  </a:lnTo>
                  <a:lnTo>
                    <a:pt x="347853" y="2327529"/>
                  </a:lnTo>
                  <a:lnTo>
                    <a:pt x="498221" y="2103120"/>
                  </a:lnTo>
                  <a:lnTo>
                    <a:pt x="441960" y="2394458"/>
                  </a:lnTo>
                  <a:lnTo>
                    <a:pt x="1377569" y="2660269"/>
                  </a:lnTo>
                  <a:lnTo>
                    <a:pt x="1773809" y="913257"/>
                  </a:lnTo>
                  <a:cubicBezTo>
                    <a:pt x="1699895" y="573405"/>
                    <a:pt x="2038604" y="484886"/>
                    <a:pt x="2038604" y="4848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2255116" y="3764317"/>
            <a:ext cx="1264211" cy="1754425"/>
          </a:xfrm>
          <a:custGeom>
            <a:avLst/>
            <a:gdLst/>
            <a:ahLst/>
            <a:cxnLst/>
            <a:rect r="r" b="b" t="t" l="l"/>
            <a:pathLst>
              <a:path h="1754425" w="1264211">
                <a:moveTo>
                  <a:pt x="0" y="0"/>
                </a:moveTo>
                <a:lnTo>
                  <a:pt x="1264211" y="0"/>
                </a:lnTo>
                <a:lnTo>
                  <a:pt x="1264211" y="1754425"/>
                </a:lnTo>
                <a:lnTo>
                  <a:pt x="0" y="1754425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2668135" y="5095664"/>
            <a:ext cx="860971" cy="672551"/>
            <a:chOff x="0" y="0"/>
            <a:chExt cx="1147962" cy="89673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-508" y="-508"/>
              <a:ext cx="1149096" cy="897255"/>
            </a:xfrm>
            <a:custGeom>
              <a:avLst/>
              <a:gdLst/>
              <a:ahLst/>
              <a:cxnLst/>
              <a:rect r="r" b="b" t="t" l="l"/>
              <a:pathLst>
                <a:path h="897255" w="1149096">
                  <a:moveTo>
                    <a:pt x="941832" y="897255"/>
                  </a:moveTo>
                  <a:cubicBezTo>
                    <a:pt x="941324" y="897255"/>
                    <a:pt x="940689" y="897128"/>
                    <a:pt x="940181" y="897001"/>
                  </a:cubicBezTo>
                  <a:lnTo>
                    <a:pt x="4699" y="631317"/>
                  </a:lnTo>
                  <a:cubicBezTo>
                    <a:pt x="1778" y="630555"/>
                    <a:pt x="0" y="627634"/>
                    <a:pt x="635" y="624586"/>
                  </a:cubicBezTo>
                  <a:lnTo>
                    <a:pt x="56896" y="333121"/>
                  </a:lnTo>
                  <a:cubicBezTo>
                    <a:pt x="57531" y="329946"/>
                    <a:pt x="60579" y="327914"/>
                    <a:pt x="63754" y="328549"/>
                  </a:cubicBezTo>
                  <a:cubicBezTo>
                    <a:pt x="66929" y="329184"/>
                    <a:pt x="68961" y="332232"/>
                    <a:pt x="68326" y="335407"/>
                  </a:cubicBezTo>
                  <a:lnTo>
                    <a:pt x="13081" y="621538"/>
                  </a:lnTo>
                  <a:lnTo>
                    <a:pt x="937641" y="884174"/>
                  </a:lnTo>
                  <a:lnTo>
                    <a:pt x="1137031" y="5080"/>
                  </a:lnTo>
                  <a:cubicBezTo>
                    <a:pt x="1137666" y="1905"/>
                    <a:pt x="1140841" y="0"/>
                    <a:pt x="1144016" y="762"/>
                  </a:cubicBezTo>
                  <a:cubicBezTo>
                    <a:pt x="1147191" y="1524"/>
                    <a:pt x="1149096" y="4572"/>
                    <a:pt x="1148334" y="7747"/>
                  </a:cubicBezTo>
                  <a:lnTo>
                    <a:pt x="947547" y="892683"/>
                  </a:lnTo>
                  <a:cubicBezTo>
                    <a:pt x="947166" y="894207"/>
                    <a:pt x="946277" y="895604"/>
                    <a:pt x="944880" y="896366"/>
                  </a:cubicBezTo>
                  <a:cubicBezTo>
                    <a:pt x="943991" y="896874"/>
                    <a:pt x="942975" y="897128"/>
                    <a:pt x="941959" y="8971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298639" y="4099852"/>
            <a:ext cx="640540" cy="1301875"/>
            <a:chOff x="0" y="0"/>
            <a:chExt cx="854053" cy="17358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21844" y="-17399"/>
              <a:ext cx="912368" cy="1786509"/>
            </a:xfrm>
            <a:custGeom>
              <a:avLst/>
              <a:gdLst/>
              <a:ahLst/>
              <a:cxnLst/>
              <a:rect r="r" b="b" t="t" l="l"/>
              <a:pathLst>
                <a:path h="1786509" w="912368">
                  <a:moveTo>
                    <a:pt x="859028" y="422910"/>
                  </a:moveTo>
                  <a:lnTo>
                    <a:pt x="550545" y="1532890"/>
                  </a:lnTo>
                  <a:cubicBezTo>
                    <a:pt x="501396" y="1693799"/>
                    <a:pt x="333248" y="1786509"/>
                    <a:pt x="170815" y="1742186"/>
                  </a:cubicBezTo>
                  <a:cubicBezTo>
                    <a:pt x="1270" y="1695831"/>
                    <a:pt x="0" y="1530985"/>
                    <a:pt x="51689" y="1362837"/>
                  </a:cubicBezTo>
                  <a:lnTo>
                    <a:pt x="380873" y="163195"/>
                  </a:lnTo>
                  <a:cubicBezTo>
                    <a:pt x="427990" y="10287"/>
                    <a:pt x="501650" y="0"/>
                    <a:pt x="658368" y="32385"/>
                  </a:cubicBezTo>
                  <a:cubicBezTo>
                    <a:pt x="837438" y="69342"/>
                    <a:pt x="912368" y="248158"/>
                    <a:pt x="858901" y="423037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976170" y="4759650"/>
            <a:ext cx="524094" cy="340420"/>
            <a:chOff x="0" y="0"/>
            <a:chExt cx="698792" cy="45389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-762" y="-39370"/>
              <a:ext cx="699516" cy="493268"/>
            </a:xfrm>
            <a:custGeom>
              <a:avLst/>
              <a:gdLst/>
              <a:ahLst/>
              <a:cxnLst/>
              <a:rect r="r" b="b" t="t" l="l"/>
              <a:pathLst>
                <a:path h="493268" w="699516">
                  <a:moveTo>
                    <a:pt x="699516" y="306705"/>
                  </a:moveTo>
                  <a:cubicBezTo>
                    <a:pt x="699516" y="306705"/>
                    <a:pt x="388493" y="118364"/>
                    <a:pt x="297180" y="55753"/>
                  </a:cubicBezTo>
                  <a:cubicBezTo>
                    <a:pt x="216154" y="0"/>
                    <a:pt x="91059" y="101473"/>
                    <a:pt x="25654" y="143637"/>
                  </a:cubicBezTo>
                  <a:cubicBezTo>
                    <a:pt x="11303" y="152908"/>
                    <a:pt x="1905" y="168275"/>
                    <a:pt x="762" y="185293"/>
                  </a:cubicBezTo>
                  <a:cubicBezTo>
                    <a:pt x="0" y="197866"/>
                    <a:pt x="11684" y="206629"/>
                    <a:pt x="28067" y="216408"/>
                  </a:cubicBezTo>
                  <a:cubicBezTo>
                    <a:pt x="50038" y="229362"/>
                    <a:pt x="205232" y="163068"/>
                    <a:pt x="240284" y="179451"/>
                  </a:cubicBezTo>
                  <a:cubicBezTo>
                    <a:pt x="264795" y="191008"/>
                    <a:pt x="597662" y="493268"/>
                    <a:pt x="597662" y="493268"/>
                  </a:cubicBezTo>
                  <a:lnTo>
                    <a:pt x="699516" y="30670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981081" y="4834921"/>
            <a:ext cx="518429" cy="346786"/>
            <a:chOff x="0" y="0"/>
            <a:chExt cx="691238" cy="4623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-5080" y="-37973"/>
              <a:ext cx="696341" cy="500380"/>
            </a:xfrm>
            <a:custGeom>
              <a:avLst/>
              <a:gdLst/>
              <a:ahLst/>
              <a:cxnLst/>
              <a:rect r="r" b="b" t="t" l="l"/>
              <a:pathLst>
                <a:path h="500380" w="696341">
                  <a:moveTo>
                    <a:pt x="696341" y="332232"/>
                  </a:moveTo>
                  <a:cubicBezTo>
                    <a:pt x="696341" y="332232"/>
                    <a:pt x="412623" y="125476"/>
                    <a:pt x="321310" y="62738"/>
                  </a:cubicBezTo>
                  <a:cubicBezTo>
                    <a:pt x="229997" y="0"/>
                    <a:pt x="92075" y="72390"/>
                    <a:pt x="50673" y="102870"/>
                  </a:cubicBezTo>
                  <a:cubicBezTo>
                    <a:pt x="2540" y="131191"/>
                    <a:pt x="0" y="161798"/>
                    <a:pt x="9398" y="176784"/>
                  </a:cubicBezTo>
                  <a:cubicBezTo>
                    <a:pt x="21463" y="195961"/>
                    <a:pt x="48006" y="192786"/>
                    <a:pt x="77216" y="183388"/>
                  </a:cubicBezTo>
                  <a:cubicBezTo>
                    <a:pt x="167894" y="154178"/>
                    <a:pt x="238125" y="149225"/>
                    <a:pt x="270129" y="164211"/>
                  </a:cubicBezTo>
                  <a:cubicBezTo>
                    <a:pt x="294640" y="175768"/>
                    <a:pt x="621665" y="500380"/>
                    <a:pt x="621665" y="500380"/>
                  </a:cubicBezTo>
                  <a:lnTo>
                    <a:pt x="696341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012574" y="4892651"/>
            <a:ext cx="541099" cy="290479"/>
            <a:chOff x="0" y="0"/>
            <a:chExt cx="721466" cy="38730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21844" y="-39116"/>
              <a:ext cx="743458" cy="426466"/>
            </a:xfrm>
            <a:custGeom>
              <a:avLst/>
              <a:gdLst/>
              <a:ahLst/>
              <a:cxnLst/>
              <a:rect r="r" b="b" t="t" l="l"/>
              <a:pathLst>
                <a:path h="426466" w="743458">
                  <a:moveTo>
                    <a:pt x="743331" y="332232"/>
                  </a:moveTo>
                  <a:cubicBezTo>
                    <a:pt x="743331" y="332232"/>
                    <a:pt x="459613" y="125476"/>
                    <a:pt x="368300" y="62738"/>
                  </a:cubicBezTo>
                  <a:cubicBezTo>
                    <a:pt x="276987" y="0"/>
                    <a:pt x="98298" y="79502"/>
                    <a:pt x="57785" y="104394"/>
                  </a:cubicBezTo>
                  <a:cubicBezTo>
                    <a:pt x="0" y="133731"/>
                    <a:pt x="24003" y="164846"/>
                    <a:pt x="46482" y="172085"/>
                  </a:cubicBezTo>
                  <a:cubicBezTo>
                    <a:pt x="68453" y="185166"/>
                    <a:pt x="237236" y="124587"/>
                    <a:pt x="272288" y="141097"/>
                  </a:cubicBezTo>
                  <a:cubicBezTo>
                    <a:pt x="296799" y="152654"/>
                    <a:pt x="654304" y="426466"/>
                    <a:pt x="654304" y="426466"/>
                  </a:cubicBezTo>
                  <a:lnTo>
                    <a:pt x="743458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35027" y="4965143"/>
            <a:ext cx="505285" cy="238289"/>
            <a:chOff x="0" y="0"/>
            <a:chExt cx="673714" cy="31771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-5588" y="-28321"/>
              <a:ext cx="679323" cy="386207"/>
            </a:xfrm>
            <a:custGeom>
              <a:avLst/>
              <a:gdLst/>
              <a:ahLst/>
              <a:cxnLst/>
              <a:rect r="r" b="b" t="t" l="l"/>
              <a:pathLst>
                <a:path h="386207" w="679323">
                  <a:moveTo>
                    <a:pt x="679323" y="304419"/>
                  </a:moveTo>
                  <a:cubicBezTo>
                    <a:pt x="679323" y="304419"/>
                    <a:pt x="412623" y="115316"/>
                    <a:pt x="327025" y="57658"/>
                  </a:cubicBezTo>
                  <a:cubicBezTo>
                    <a:pt x="241427" y="0"/>
                    <a:pt x="16383" y="38481"/>
                    <a:pt x="6604" y="77343"/>
                  </a:cubicBezTo>
                  <a:cubicBezTo>
                    <a:pt x="0" y="118618"/>
                    <a:pt x="27051" y="117348"/>
                    <a:pt x="45339" y="121285"/>
                  </a:cubicBezTo>
                  <a:cubicBezTo>
                    <a:pt x="75946" y="127000"/>
                    <a:pt x="180594" y="122047"/>
                    <a:pt x="230886" y="149987"/>
                  </a:cubicBezTo>
                  <a:cubicBezTo>
                    <a:pt x="237617" y="153797"/>
                    <a:pt x="302133" y="264795"/>
                    <a:pt x="393319" y="320675"/>
                  </a:cubicBezTo>
                  <a:cubicBezTo>
                    <a:pt x="500380" y="386207"/>
                    <a:pt x="679196" y="304546"/>
                    <a:pt x="679196" y="30454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67" id="167"/>
          <p:cNvSpPr/>
          <p:nvPr/>
        </p:nvSpPr>
        <p:spPr>
          <a:xfrm flipH="false" flipV="false" rot="0">
            <a:off x="11996468" y="4816349"/>
            <a:ext cx="292040" cy="194821"/>
          </a:xfrm>
          <a:custGeom>
            <a:avLst/>
            <a:gdLst/>
            <a:ahLst/>
            <a:cxnLst/>
            <a:rect r="r" b="b" t="t" l="l"/>
            <a:pathLst>
              <a:path h="194821" w="292040">
                <a:moveTo>
                  <a:pt x="0" y="0"/>
                </a:moveTo>
                <a:lnTo>
                  <a:pt x="292041" y="0"/>
                </a:lnTo>
                <a:lnTo>
                  <a:pt x="292041" y="194821"/>
                </a:lnTo>
                <a:lnTo>
                  <a:pt x="0" y="194821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2374074" y="4935197"/>
            <a:ext cx="1095418" cy="469468"/>
            <a:chOff x="0" y="0"/>
            <a:chExt cx="1460557" cy="62595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-20574" y="0"/>
              <a:ext cx="1481074" cy="625983"/>
            </a:xfrm>
            <a:custGeom>
              <a:avLst/>
              <a:gdLst/>
              <a:ahLst/>
              <a:cxnLst/>
              <a:rect r="r" b="b" t="t" l="l"/>
              <a:pathLst>
                <a:path h="625983" w="1481074">
                  <a:moveTo>
                    <a:pt x="1379347" y="94615"/>
                  </a:moveTo>
                  <a:lnTo>
                    <a:pt x="135255" y="0"/>
                  </a:lnTo>
                  <a:cubicBezTo>
                    <a:pt x="135255" y="0"/>
                    <a:pt x="0" y="345313"/>
                    <a:pt x="23241" y="351028"/>
                  </a:cubicBezTo>
                  <a:cubicBezTo>
                    <a:pt x="46482" y="356743"/>
                    <a:pt x="1481074" y="625983"/>
                    <a:pt x="1481074" y="625983"/>
                  </a:cubicBezTo>
                  <a:lnTo>
                    <a:pt x="1379347" y="9461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145775" y="4755163"/>
            <a:ext cx="380250" cy="217004"/>
            <a:chOff x="0" y="0"/>
            <a:chExt cx="507000" cy="28933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635" y="-6223"/>
              <a:ext cx="508508" cy="295529"/>
            </a:xfrm>
            <a:custGeom>
              <a:avLst/>
              <a:gdLst/>
              <a:ahLst/>
              <a:cxnLst/>
              <a:rect r="r" b="b" t="t" l="l"/>
              <a:pathLst>
                <a:path h="295529" w="508508">
                  <a:moveTo>
                    <a:pt x="501777" y="295529"/>
                  </a:moveTo>
                  <a:cubicBezTo>
                    <a:pt x="500761" y="295529"/>
                    <a:pt x="499745" y="295275"/>
                    <a:pt x="498856" y="294767"/>
                  </a:cubicBezTo>
                  <a:cubicBezTo>
                    <a:pt x="495300" y="292608"/>
                    <a:pt x="141605" y="81534"/>
                    <a:pt x="86995" y="46228"/>
                  </a:cubicBezTo>
                  <a:cubicBezTo>
                    <a:pt x="35433" y="12954"/>
                    <a:pt x="8001" y="18161"/>
                    <a:pt x="7747" y="18161"/>
                  </a:cubicBezTo>
                  <a:cubicBezTo>
                    <a:pt x="4699" y="18923"/>
                    <a:pt x="1524" y="17018"/>
                    <a:pt x="762" y="13843"/>
                  </a:cubicBezTo>
                  <a:cubicBezTo>
                    <a:pt x="0" y="10668"/>
                    <a:pt x="2032" y="7620"/>
                    <a:pt x="5080" y="6858"/>
                  </a:cubicBezTo>
                  <a:cubicBezTo>
                    <a:pt x="6350" y="6604"/>
                    <a:pt x="36703" y="0"/>
                    <a:pt x="93345" y="36449"/>
                  </a:cubicBezTo>
                  <a:cubicBezTo>
                    <a:pt x="147701" y="71628"/>
                    <a:pt x="501269" y="282575"/>
                    <a:pt x="504825" y="284734"/>
                  </a:cubicBezTo>
                  <a:cubicBezTo>
                    <a:pt x="507619" y="286385"/>
                    <a:pt x="508508" y="289941"/>
                    <a:pt x="506857" y="292735"/>
                  </a:cubicBezTo>
                  <a:cubicBezTo>
                    <a:pt x="505714" y="294513"/>
                    <a:pt x="503809" y="295529"/>
                    <a:pt x="501904" y="2955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199675" y="5052001"/>
            <a:ext cx="267492" cy="158718"/>
            <a:chOff x="0" y="0"/>
            <a:chExt cx="356656" cy="21162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-762" y="-635"/>
              <a:ext cx="358013" cy="212217"/>
            </a:xfrm>
            <a:custGeom>
              <a:avLst/>
              <a:gdLst/>
              <a:ahLst/>
              <a:cxnLst/>
              <a:rect r="r" b="b" t="t" l="l"/>
              <a:pathLst>
                <a:path h="212217" w="358013">
                  <a:moveTo>
                    <a:pt x="277368" y="212217"/>
                  </a:moveTo>
                  <a:cubicBezTo>
                    <a:pt x="252349" y="212217"/>
                    <a:pt x="226949" y="206756"/>
                    <a:pt x="191262" y="194437"/>
                  </a:cubicBezTo>
                  <a:cubicBezTo>
                    <a:pt x="116713" y="168910"/>
                    <a:pt x="6477" y="16383"/>
                    <a:pt x="1905" y="9779"/>
                  </a:cubicBezTo>
                  <a:cubicBezTo>
                    <a:pt x="0" y="7239"/>
                    <a:pt x="508" y="3556"/>
                    <a:pt x="3175" y="1778"/>
                  </a:cubicBezTo>
                  <a:cubicBezTo>
                    <a:pt x="5842" y="0"/>
                    <a:pt x="9398" y="508"/>
                    <a:pt x="11303" y="3048"/>
                  </a:cubicBezTo>
                  <a:cubicBezTo>
                    <a:pt x="12319" y="4572"/>
                    <a:pt x="123952" y="159004"/>
                    <a:pt x="194945" y="183515"/>
                  </a:cubicBezTo>
                  <a:cubicBezTo>
                    <a:pt x="264668" y="207518"/>
                    <a:pt x="292735" y="203835"/>
                    <a:pt x="350012" y="188214"/>
                  </a:cubicBezTo>
                  <a:cubicBezTo>
                    <a:pt x="353060" y="187325"/>
                    <a:pt x="356235" y="189230"/>
                    <a:pt x="357124" y="192278"/>
                  </a:cubicBezTo>
                  <a:cubicBezTo>
                    <a:pt x="358013" y="195326"/>
                    <a:pt x="356108" y="198501"/>
                    <a:pt x="353060" y="199390"/>
                  </a:cubicBezTo>
                  <a:cubicBezTo>
                    <a:pt x="322961" y="207645"/>
                    <a:pt x="300228" y="212217"/>
                    <a:pt x="277241" y="2122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232615" y="4069075"/>
            <a:ext cx="733565" cy="1333390"/>
            <a:chOff x="0" y="0"/>
            <a:chExt cx="978086" cy="177785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-36957" y="-27051"/>
              <a:ext cx="1057275" cy="1839849"/>
            </a:xfrm>
            <a:custGeom>
              <a:avLst/>
              <a:gdLst/>
              <a:ahLst/>
              <a:cxnLst/>
              <a:rect r="r" b="b" t="t" l="l"/>
              <a:pathLst>
                <a:path h="1839849" w="1057275">
                  <a:moveTo>
                    <a:pt x="274066" y="1792859"/>
                  </a:moveTo>
                  <a:cubicBezTo>
                    <a:pt x="442341" y="1839849"/>
                    <a:pt x="617601" y="1745234"/>
                    <a:pt x="670560" y="1578737"/>
                  </a:cubicBezTo>
                  <a:lnTo>
                    <a:pt x="999109" y="479933"/>
                  </a:lnTo>
                  <a:cubicBezTo>
                    <a:pt x="1057275" y="295910"/>
                    <a:pt x="950849" y="100584"/>
                    <a:pt x="764794" y="49530"/>
                  </a:cubicBezTo>
                  <a:cubicBezTo>
                    <a:pt x="584200" y="0"/>
                    <a:pt x="479425" y="24003"/>
                    <a:pt x="429260" y="204470"/>
                  </a:cubicBezTo>
                  <a:lnTo>
                    <a:pt x="49530" y="1391158"/>
                  </a:lnTo>
                  <a:cubicBezTo>
                    <a:pt x="0" y="1564132"/>
                    <a:pt x="100838" y="1744345"/>
                    <a:pt x="274066" y="17927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39966" y="4935197"/>
            <a:ext cx="902952" cy="464472"/>
            <a:chOff x="0" y="0"/>
            <a:chExt cx="1203936" cy="6192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03960" cy="619379"/>
            </a:xfrm>
            <a:custGeom>
              <a:avLst/>
              <a:gdLst/>
              <a:ahLst/>
              <a:cxnLst/>
              <a:rect r="r" b="b" t="t" l="l"/>
              <a:pathLst>
                <a:path h="619379" w="1203960">
                  <a:moveTo>
                    <a:pt x="1054862" y="69469"/>
                  </a:moveTo>
                  <a:lnTo>
                    <a:pt x="63754" y="0"/>
                  </a:lnTo>
                  <a:lnTo>
                    <a:pt x="0" y="403479"/>
                  </a:lnTo>
                  <a:lnTo>
                    <a:pt x="1203960" y="619379"/>
                  </a:lnTo>
                  <a:lnTo>
                    <a:pt x="1054862" y="69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32276" y="4929823"/>
            <a:ext cx="155464" cy="307934"/>
            <a:chOff x="0" y="0"/>
            <a:chExt cx="207285" cy="41057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7264" cy="410591"/>
            </a:xfrm>
            <a:custGeom>
              <a:avLst/>
              <a:gdLst/>
              <a:ahLst/>
              <a:cxnLst/>
              <a:rect r="r" b="b" t="t" l="l"/>
              <a:pathLst>
                <a:path h="410591" w="207264">
                  <a:moveTo>
                    <a:pt x="207264" y="7112"/>
                  </a:moveTo>
                  <a:lnTo>
                    <a:pt x="75057" y="0"/>
                  </a:lnTo>
                  <a:lnTo>
                    <a:pt x="0" y="380111"/>
                  </a:lnTo>
                  <a:lnTo>
                    <a:pt x="143637" y="410591"/>
                  </a:lnTo>
                  <a:lnTo>
                    <a:pt x="207264" y="7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36165" y="4930814"/>
            <a:ext cx="55956" cy="307698"/>
            <a:chOff x="0" y="0"/>
            <a:chExt cx="74608" cy="4102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-381" y="-381"/>
              <a:ext cx="75311" cy="410718"/>
            </a:xfrm>
            <a:custGeom>
              <a:avLst/>
              <a:gdLst/>
              <a:ahLst/>
              <a:cxnLst/>
              <a:rect r="r" b="b" t="t" l="l"/>
              <a:pathLst>
                <a:path h="410718" w="75311">
                  <a:moveTo>
                    <a:pt x="6223" y="410591"/>
                  </a:moveTo>
                  <a:cubicBezTo>
                    <a:pt x="5969" y="410591"/>
                    <a:pt x="5588" y="410591"/>
                    <a:pt x="5334" y="410464"/>
                  </a:cubicBezTo>
                  <a:cubicBezTo>
                    <a:pt x="2159" y="409956"/>
                    <a:pt x="0" y="407035"/>
                    <a:pt x="508" y="403860"/>
                  </a:cubicBezTo>
                  <a:lnTo>
                    <a:pt x="63373" y="5334"/>
                  </a:lnTo>
                  <a:cubicBezTo>
                    <a:pt x="63881" y="2159"/>
                    <a:pt x="66802" y="0"/>
                    <a:pt x="69977" y="508"/>
                  </a:cubicBezTo>
                  <a:cubicBezTo>
                    <a:pt x="73152" y="1016"/>
                    <a:pt x="75311" y="3937"/>
                    <a:pt x="74803" y="7112"/>
                  </a:cubicBezTo>
                  <a:lnTo>
                    <a:pt x="11938" y="405765"/>
                  </a:lnTo>
                  <a:cubicBezTo>
                    <a:pt x="11430" y="408686"/>
                    <a:pt x="9017" y="410718"/>
                    <a:pt x="6223" y="410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2" id="182"/>
          <p:cNvSpPr/>
          <p:nvPr/>
        </p:nvSpPr>
        <p:spPr>
          <a:xfrm flipH="false" flipV="false" rot="0">
            <a:off x="12476827" y="4108433"/>
            <a:ext cx="629682" cy="1102694"/>
          </a:xfrm>
          <a:custGeom>
            <a:avLst/>
            <a:gdLst/>
            <a:ahLst/>
            <a:cxnLst/>
            <a:rect r="r" b="b" t="t" l="l"/>
            <a:pathLst>
              <a:path h="1102694" w="629682">
                <a:moveTo>
                  <a:pt x="0" y="0"/>
                </a:moveTo>
                <a:lnTo>
                  <a:pt x="629682" y="0"/>
                </a:lnTo>
                <a:lnTo>
                  <a:pt x="629682" y="1102694"/>
                </a:lnTo>
                <a:lnTo>
                  <a:pt x="0" y="110269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427919" y="3835105"/>
            <a:ext cx="1541465" cy="1575570"/>
          </a:xfrm>
          <a:custGeom>
            <a:avLst/>
            <a:gdLst/>
            <a:ahLst/>
            <a:cxnLst/>
            <a:rect r="r" b="b" t="t" l="l"/>
            <a:pathLst>
              <a:path h="1575570" w="1541465">
                <a:moveTo>
                  <a:pt x="0" y="0"/>
                </a:moveTo>
                <a:lnTo>
                  <a:pt x="1541465" y="0"/>
                </a:lnTo>
                <a:lnTo>
                  <a:pt x="1541465" y="1575570"/>
                </a:lnTo>
                <a:lnTo>
                  <a:pt x="0" y="157557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3257391" y="4426458"/>
            <a:ext cx="200372" cy="565225"/>
            <a:chOff x="0" y="0"/>
            <a:chExt cx="267163" cy="75363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-762" y="-762"/>
              <a:ext cx="268732" cy="754380"/>
            </a:xfrm>
            <a:custGeom>
              <a:avLst/>
              <a:gdLst/>
              <a:ahLst/>
              <a:cxnLst/>
              <a:rect r="r" b="b" t="t" l="l"/>
              <a:pathLst>
                <a:path h="754380" w="268732">
                  <a:moveTo>
                    <a:pt x="6604" y="754380"/>
                  </a:moveTo>
                  <a:cubicBezTo>
                    <a:pt x="5969" y="754380"/>
                    <a:pt x="5334" y="754253"/>
                    <a:pt x="4699" y="754126"/>
                  </a:cubicBezTo>
                  <a:cubicBezTo>
                    <a:pt x="1651" y="753110"/>
                    <a:pt x="0" y="749808"/>
                    <a:pt x="1143" y="746760"/>
                  </a:cubicBezTo>
                  <a:lnTo>
                    <a:pt x="256667" y="4699"/>
                  </a:lnTo>
                  <a:cubicBezTo>
                    <a:pt x="257683" y="1651"/>
                    <a:pt x="260985" y="0"/>
                    <a:pt x="264033" y="1143"/>
                  </a:cubicBezTo>
                  <a:cubicBezTo>
                    <a:pt x="267081" y="2286"/>
                    <a:pt x="268732" y="5461"/>
                    <a:pt x="267589" y="8509"/>
                  </a:cubicBezTo>
                  <a:lnTo>
                    <a:pt x="12065" y="750443"/>
                  </a:lnTo>
                  <a:cubicBezTo>
                    <a:pt x="11303" y="752856"/>
                    <a:pt x="9017" y="754380"/>
                    <a:pt x="6604" y="754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6" id="186"/>
          <p:cNvSpPr/>
          <p:nvPr/>
        </p:nvSpPr>
        <p:spPr>
          <a:xfrm flipH="false" flipV="false" rot="0">
            <a:off x="14503272" y="3766673"/>
            <a:ext cx="145461" cy="145461"/>
          </a:xfrm>
          <a:custGeom>
            <a:avLst/>
            <a:gdLst/>
            <a:ahLst/>
            <a:cxnLst/>
            <a:rect r="r" b="b" t="t" l="l"/>
            <a:pathLst>
              <a:path h="145461" w="145461">
                <a:moveTo>
                  <a:pt x="0" y="0"/>
                </a:moveTo>
                <a:lnTo>
                  <a:pt x="145461" y="0"/>
                </a:lnTo>
                <a:lnTo>
                  <a:pt x="145461" y="145461"/>
                </a:lnTo>
                <a:lnTo>
                  <a:pt x="0" y="145461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14483322" y="4280657"/>
            <a:ext cx="610460" cy="389497"/>
          </a:xfrm>
          <a:custGeom>
            <a:avLst/>
            <a:gdLst/>
            <a:ahLst/>
            <a:cxnLst/>
            <a:rect r="r" b="b" t="t" l="l"/>
            <a:pathLst>
              <a:path h="389497" w="610460">
                <a:moveTo>
                  <a:pt x="0" y="0"/>
                </a:moveTo>
                <a:lnTo>
                  <a:pt x="610460" y="0"/>
                </a:lnTo>
                <a:lnTo>
                  <a:pt x="610460" y="389497"/>
                </a:lnTo>
                <a:lnTo>
                  <a:pt x="0" y="38949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1224569" y="2562224"/>
            <a:ext cx="832942" cy="832942"/>
          </a:xfrm>
          <a:custGeom>
            <a:avLst/>
            <a:gdLst/>
            <a:ahLst/>
            <a:cxnLst/>
            <a:rect r="r" b="b" t="t" l="l"/>
            <a:pathLst>
              <a:path h="832942" w="832942">
                <a:moveTo>
                  <a:pt x="0" y="0"/>
                </a:moveTo>
                <a:lnTo>
                  <a:pt x="832942" y="0"/>
                </a:lnTo>
                <a:lnTo>
                  <a:pt x="832942" y="832941"/>
                </a:lnTo>
                <a:lnTo>
                  <a:pt x="0" y="832941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-4132802">
            <a:off x="10366775" y="4155732"/>
            <a:ext cx="235072" cy="235072"/>
            <a:chOff x="0" y="0"/>
            <a:chExt cx="313429" cy="31342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13436" cy="313563"/>
            </a:xfrm>
            <a:custGeom>
              <a:avLst/>
              <a:gdLst/>
              <a:ahLst/>
              <a:cxnLst/>
              <a:rect r="r" b="b" t="t" l="l"/>
              <a:pathLst>
                <a:path h="313563" w="313436">
                  <a:moveTo>
                    <a:pt x="313436" y="126365"/>
                  </a:moveTo>
                  <a:lnTo>
                    <a:pt x="313436" y="187071"/>
                  </a:lnTo>
                  <a:lnTo>
                    <a:pt x="187071" y="187071"/>
                  </a:lnTo>
                  <a:lnTo>
                    <a:pt x="187071" y="313563"/>
                  </a:lnTo>
                  <a:lnTo>
                    <a:pt x="126365" y="313563"/>
                  </a:lnTo>
                  <a:lnTo>
                    <a:pt x="126365" y="186944"/>
                  </a:lnTo>
                  <a:lnTo>
                    <a:pt x="0" y="186944"/>
                  </a:lnTo>
                  <a:lnTo>
                    <a:pt x="0" y="126365"/>
                  </a:lnTo>
                  <a:lnTo>
                    <a:pt x="126365" y="126365"/>
                  </a:lnTo>
                  <a:lnTo>
                    <a:pt x="126365" y="0"/>
                  </a:lnTo>
                  <a:lnTo>
                    <a:pt x="187071" y="0"/>
                  </a:lnTo>
                  <a:lnTo>
                    <a:pt x="187071" y="1263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90299" y="2836409"/>
            <a:ext cx="501542" cy="289328"/>
            <a:chOff x="0" y="0"/>
            <a:chExt cx="668723" cy="38577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8782" cy="385826"/>
            </a:xfrm>
            <a:custGeom>
              <a:avLst/>
              <a:gdLst/>
              <a:ahLst/>
              <a:cxnLst/>
              <a:rect r="r" b="b" t="t" l="l"/>
              <a:pathLst>
                <a:path h="385826" w="668782">
                  <a:moveTo>
                    <a:pt x="0" y="0"/>
                  </a:moveTo>
                  <a:lnTo>
                    <a:pt x="668782" y="0"/>
                  </a:lnTo>
                  <a:lnTo>
                    <a:pt x="668782" y="385826"/>
                  </a:lnTo>
                  <a:lnTo>
                    <a:pt x="0" y="3858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385511" y="2831653"/>
            <a:ext cx="511056" cy="154194"/>
            <a:chOff x="0" y="0"/>
            <a:chExt cx="681408" cy="205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-889" y="-889"/>
              <a:ext cx="683260" cy="206502"/>
            </a:xfrm>
            <a:custGeom>
              <a:avLst/>
              <a:gdLst/>
              <a:ahLst/>
              <a:cxnLst/>
              <a:rect r="r" b="b" t="t" l="l"/>
              <a:pathLst>
                <a:path h="206502" w="683260">
                  <a:moveTo>
                    <a:pt x="341630" y="206502"/>
                  </a:moveTo>
                  <a:cubicBezTo>
                    <a:pt x="340487" y="206502"/>
                    <a:pt x="339471" y="206248"/>
                    <a:pt x="338455" y="205613"/>
                  </a:cubicBezTo>
                  <a:cubicBezTo>
                    <a:pt x="335407" y="203835"/>
                    <a:pt x="33274" y="30480"/>
                    <a:pt x="3937" y="12700"/>
                  </a:cubicBezTo>
                  <a:cubicBezTo>
                    <a:pt x="889" y="10795"/>
                    <a:pt x="0" y="6985"/>
                    <a:pt x="1778" y="3937"/>
                  </a:cubicBezTo>
                  <a:cubicBezTo>
                    <a:pt x="3556" y="889"/>
                    <a:pt x="7493" y="0"/>
                    <a:pt x="10541" y="1778"/>
                  </a:cubicBezTo>
                  <a:cubicBezTo>
                    <a:pt x="38100" y="18669"/>
                    <a:pt x="308991" y="174117"/>
                    <a:pt x="341630" y="192786"/>
                  </a:cubicBezTo>
                  <a:lnTo>
                    <a:pt x="672846" y="1778"/>
                  </a:lnTo>
                  <a:cubicBezTo>
                    <a:pt x="675894" y="0"/>
                    <a:pt x="679704" y="1016"/>
                    <a:pt x="681482" y="4064"/>
                  </a:cubicBezTo>
                  <a:cubicBezTo>
                    <a:pt x="683260" y="7112"/>
                    <a:pt x="682244" y="10922"/>
                    <a:pt x="679196" y="12700"/>
                  </a:cubicBezTo>
                  <a:lnTo>
                    <a:pt x="344805" y="205613"/>
                  </a:lnTo>
                  <a:cubicBezTo>
                    <a:pt x="343789" y="206121"/>
                    <a:pt x="342773" y="206502"/>
                    <a:pt x="341630" y="206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5" id="195"/>
          <p:cNvSpPr txBox="true"/>
          <p:nvPr/>
        </p:nvSpPr>
        <p:spPr>
          <a:xfrm rot="0">
            <a:off x="3235452" y="4646295"/>
            <a:ext cx="692277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Features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3232405" y="2745914"/>
            <a:ext cx="5879710" cy="1684373"/>
            <a:chOff x="0" y="0"/>
            <a:chExt cx="7839613" cy="224583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7839613" cy="2245830"/>
            </a:xfrm>
            <a:custGeom>
              <a:avLst/>
              <a:gdLst/>
              <a:ahLst/>
              <a:cxnLst/>
              <a:rect r="r" b="b" t="t" l="l"/>
              <a:pathLst>
                <a:path h="2245830" w="7839613">
                  <a:moveTo>
                    <a:pt x="0" y="0"/>
                  </a:moveTo>
                  <a:lnTo>
                    <a:pt x="7839613" y="0"/>
                  </a:lnTo>
                  <a:lnTo>
                    <a:pt x="7839613" y="2245830"/>
                  </a:lnTo>
                  <a:lnTo>
                    <a:pt x="0" y="2245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14325"/>
              <a:ext cx="7839613" cy="25601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039"/>
                </a:lnSpc>
              </a:pPr>
              <a:r>
                <a:rPr lang="en-US" sz="89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952" y="1460700"/>
            <a:ext cx="12960000" cy="864000"/>
            <a:chOff x="0" y="0"/>
            <a:chExt cx="17280000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80000" cy="1152000"/>
            </a:xfrm>
            <a:custGeom>
              <a:avLst/>
              <a:gdLst/>
              <a:ahLst/>
              <a:cxnLst/>
              <a:rect r="r" b="b" t="t" l="l"/>
              <a:pathLst>
                <a:path h="1152000" w="17280000">
                  <a:moveTo>
                    <a:pt x="0" y="0"/>
                  </a:moveTo>
                  <a:lnTo>
                    <a:pt x="17280000" y="0"/>
                  </a:lnTo>
                  <a:lnTo>
                    <a:pt x="17280000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7280000" cy="1152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Quick Actions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63952" y="2457449"/>
            <a:ext cx="12960000" cy="575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Add Comments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Automatically add comments to code</a:t>
            </a:r>
          </a:p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Debug Code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Detect and fix bugs in code</a:t>
            </a:r>
          </a:p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Optimize Code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Improve performance and clean code</a:t>
            </a:r>
          </a:p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Generate Tests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Create unit tests for functions/methods</a:t>
            </a:r>
          </a:p>
          <a:p>
            <a:pPr algn="l" marL="932688" indent="-310896" lvl="2">
              <a:lnSpc>
                <a:spcPts val="468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952" y="1460700"/>
            <a:ext cx="12960000" cy="864000"/>
            <a:chOff x="0" y="0"/>
            <a:chExt cx="17280000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80000" cy="1152000"/>
            </a:xfrm>
            <a:custGeom>
              <a:avLst/>
              <a:gdLst/>
              <a:ahLst/>
              <a:cxnLst/>
              <a:rect r="r" b="b" t="t" l="l"/>
              <a:pathLst>
                <a:path h="1152000" w="17280000">
                  <a:moveTo>
                    <a:pt x="0" y="0"/>
                  </a:moveTo>
                  <a:lnTo>
                    <a:pt x="17280000" y="0"/>
                  </a:lnTo>
                  <a:lnTo>
                    <a:pt x="17280000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7280000" cy="1152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Chat Assistant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63952" y="2457449"/>
            <a:ext cx="12960000" cy="4459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Programming Consultation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Q&amp;A about algorithms, data structures, and best practices</a:t>
            </a:r>
          </a:p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Code Review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Evaluate and suggest code improvements</a:t>
            </a:r>
          </a:p>
          <a:p>
            <a:pPr algn="l" marL="777240" indent="-388620" lvl="1">
              <a:lnSpc>
                <a:spcPts val="5615"/>
              </a:lnSpc>
              <a:buFont typeface="Arial"/>
              <a:buChar char="•"/>
            </a:pPr>
            <a:r>
              <a:rPr lang="en-US" sz="359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Learning Support</a:t>
            </a:r>
          </a:p>
          <a:p>
            <a:pPr algn="l" marL="932688" indent="-310896" lvl="2">
              <a:lnSpc>
                <a:spcPts val="4680"/>
              </a:lnSpc>
              <a:buFont typeface="Arial"/>
              <a:buChar char="⚬"/>
            </a:pPr>
            <a:r>
              <a:rPr lang="en-US" sz="300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Explain concepts, patterns, and frameworks</a:t>
            </a:r>
          </a:p>
          <a:p>
            <a:pPr algn="l" marL="932688" indent="-310896" lvl="2">
              <a:lnSpc>
                <a:spcPts val="468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9240" y="1189892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952" y="1460700"/>
            <a:ext cx="12960000" cy="864000"/>
            <a:chOff x="0" y="0"/>
            <a:chExt cx="17280000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80000" cy="1152000"/>
            </a:xfrm>
            <a:custGeom>
              <a:avLst/>
              <a:gdLst/>
              <a:ahLst/>
              <a:cxnLst/>
              <a:rect r="r" b="b" t="t" l="l"/>
              <a:pathLst>
                <a:path h="1152000" w="17280000">
                  <a:moveTo>
                    <a:pt x="0" y="0"/>
                  </a:moveTo>
                  <a:lnTo>
                    <a:pt x="17280000" y="0"/>
                  </a:lnTo>
                  <a:lnTo>
                    <a:pt x="17280000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7280000" cy="1152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Knowledge Base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63952" y="2524124"/>
            <a:ext cx="12960000" cy="564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947" indent="-359473" lvl="1">
              <a:lnSpc>
                <a:spcPts val="4675"/>
              </a:lnSpc>
              <a:buFont typeface="Arial"/>
              <a:buChar char="•"/>
            </a:pPr>
            <a:r>
              <a:rPr lang="en-US" sz="332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Document Upload</a:t>
            </a:r>
          </a:p>
          <a:p>
            <a:pPr algn="l" marL="900112" indent="-300037" lvl="2">
              <a:lnSpc>
                <a:spcPts val="3896"/>
              </a:lnSpc>
              <a:buFont typeface="Arial"/>
              <a:buChar char="⚬"/>
            </a:pPr>
            <a:r>
              <a:rPr lang="en-US" sz="2775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Upload and process documents in PDF, Markdown (.md), text (.txt), and Word formats.</a:t>
            </a:r>
          </a:p>
          <a:p>
            <a:pPr algn="l" marL="718947" indent="-359473" lvl="1">
              <a:lnSpc>
                <a:spcPts val="4675"/>
              </a:lnSpc>
              <a:buFont typeface="Arial"/>
              <a:buChar char="•"/>
            </a:pPr>
            <a:r>
              <a:rPr lang="en-US" sz="332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Smart Search</a:t>
            </a:r>
          </a:p>
          <a:p>
            <a:pPr algn="l" marL="900112" indent="-300037" lvl="2">
              <a:lnSpc>
                <a:spcPts val="3896"/>
              </a:lnSpc>
              <a:buFont typeface="Arial"/>
              <a:buChar char="⚬"/>
            </a:pPr>
            <a:r>
              <a:rPr lang="en-US" sz="2775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Perform semantic search across all stored documents using advanced vector database (ChromaDB), enabling quick and relevant information retrieval.</a:t>
            </a:r>
          </a:p>
          <a:p>
            <a:pPr algn="l" marL="718947" indent="-359473" lvl="1">
              <a:lnSpc>
                <a:spcPts val="4675"/>
              </a:lnSpc>
              <a:buFont typeface="Arial"/>
              <a:buChar char="•"/>
            </a:pPr>
            <a:r>
              <a:rPr lang="en-US" sz="3329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AI-Powered Q&amp;A</a:t>
            </a:r>
          </a:p>
          <a:p>
            <a:pPr algn="l" marL="900112" indent="-300037" lvl="2">
              <a:lnSpc>
                <a:spcPts val="3896"/>
              </a:lnSpc>
              <a:buFont typeface="Arial"/>
              <a:buChar char="⚬"/>
            </a:pPr>
            <a:r>
              <a:rPr lang="en-US" sz="2775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rPr>
              <a:t>Ask questions and get answers based on the content of your uploaded documents.</a:t>
            </a:r>
          </a:p>
          <a:p>
            <a:pPr algn="l" marL="900112" indent="-300037" lvl="2">
              <a:lnSpc>
                <a:spcPts val="3896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19507200" y="0"/>
                  </a:moveTo>
                  <a:lnTo>
                    <a:pt x="0" y="0"/>
                  </a:lnTo>
                  <a:lnTo>
                    <a:pt x="0" y="1404747"/>
                  </a:lnTo>
                  <a:lnTo>
                    <a:pt x="1950720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12880" y="8554357"/>
            <a:ext cx="1264920" cy="354290"/>
            <a:chOff x="0" y="0"/>
            <a:chExt cx="1686560" cy="472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686560" y="0"/>
                  </a:moveTo>
                  <a:lnTo>
                    <a:pt x="1450848" y="0"/>
                  </a:lnTo>
                  <a:lnTo>
                    <a:pt x="1214120" y="235712"/>
                  </a:lnTo>
                  <a:lnTo>
                    <a:pt x="1450848" y="472440"/>
                  </a:lnTo>
                  <a:lnTo>
                    <a:pt x="1686560" y="472440"/>
                  </a:lnTo>
                  <a:lnTo>
                    <a:pt x="1450848" y="235712"/>
                  </a:lnTo>
                  <a:lnTo>
                    <a:pt x="1686560" y="0"/>
                  </a:lnTo>
                  <a:close/>
                  <a:moveTo>
                    <a:pt x="1282192" y="0"/>
                  </a:moveTo>
                  <a:lnTo>
                    <a:pt x="1045464" y="0"/>
                  </a:lnTo>
                  <a:lnTo>
                    <a:pt x="809752" y="235712"/>
                  </a:lnTo>
                  <a:lnTo>
                    <a:pt x="1045464" y="472440"/>
                  </a:lnTo>
                  <a:lnTo>
                    <a:pt x="1282192" y="472440"/>
                  </a:lnTo>
                  <a:lnTo>
                    <a:pt x="1045464" y="235712"/>
                  </a:lnTo>
                  <a:lnTo>
                    <a:pt x="1282192" y="0"/>
                  </a:lnTo>
                  <a:close/>
                  <a:moveTo>
                    <a:pt x="876808" y="0"/>
                  </a:moveTo>
                  <a:lnTo>
                    <a:pt x="641096" y="0"/>
                  </a:lnTo>
                  <a:lnTo>
                    <a:pt x="404368" y="235712"/>
                  </a:lnTo>
                  <a:lnTo>
                    <a:pt x="641096" y="472440"/>
                  </a:lnTo>
                  <a:lnTo>
                    <a:pt x="876808" y="472440"/>
                  </a:lnTo>
                  <a:lnTo>
                    <a:pt x="641096" y="235712"/>
                  </a:lnTo>
                  <a:lnTo>
                    <a:pt x="876808" y="0"/>
                  </a:lnTo>
                  <a:close/>
                  <a:moveTo>
                    <a:pt x="472440" y="0"/>
                  </a:moveTo>
                  <a:lnTo>
                    <a:pt x="235712" y="0"/>
                  </a:lnTo>
                  <a:lnTo>
                    <a:pt x="0" y="235712"/>
                  </a:lnTo>
                  <a:lnTo>
                    <a:pt x="235712" y="472440"/>
                  </a:lnTo>
                  <a:lnTo>
                    <a:pt x="472440" y="472440"/>
                  </a:lnTo>
                  <a:lnTo>
                    <a:pt x="235712" y="235712"/>
                  </a:lnTo>
                  <a:lnTo>
                    <a:pt x="4724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845969" y="2659147"/>
            <a:ext cx="5380391" cy="4848863"/>
          </a:xfrm>
          <a:custGeom>
            <a:avLst/>
            <a:gdLst/>
            <a:ahLst/>
            <a:cxnLst/>
            <a:rect r="r" b="b" t="t" l="l"/>
            <a:pathLst>
              <a:path h="4848863" w="5380391">
                <a:moveTo>
                  <a:pt x="0" y="0"/>
                </a:moveTo>
                <a:lnTo>
                  <a:pt x="5380391" y="0"/>
                </a:lnTo>
                <a:lnTo>
                  <a:pt x="5380391" y="4848863"/>
                </a:lnTo>
                <a:lnTo>
                  <a:pt x="0" y="48488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149937" y="6134172"/>
            <a:ext cx="4662516" cy="2237232"/>
            <a:chOff x="0" y="0"/>
            <a:chExt cx="6216688" cy="29829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6196330" cy="2962656"/>
            </a:xfrm>
            <a:custGeom>
              <a:avLst/>
              <a:gdLst/>
              <a:ahLst/>
              <a:cxnLst/>
              <a:rect r="r" b="b" t="t" l="l"/>
              <a:pathLst>
                <a:path h="2962656" w="6196330">
                  <a:moveTo>
                    <a:pt x="0" y="0"/>
                  </a:moveTo>
                  <a:lnTo>
                    <a:pt x="6196330" y="0"/>
                  </a:lnTo>
                  <a:lnTo>
                    <a:pt x="619633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6650" cy="2982976"/>
            </a:xfrm>
            <a:custGeom>
              <a:avLst/>
              <a:gdLst/>
              <a:ahLst/>
              <a:cxnLst/>
              <a:rect r="r" b="b" t="t" l="l"/>
              <a:pathLst>
                <a:path h="2982976" w="6216650">
                  <a:moveTo>
                    <a:pt x="10160" y="0"/>
                  </a:moveTo>
                  <a:lnTo>
                    <a:pt x="6206490" y="0"/>
                  </a:lnTo>
                  <a:cubicBezTo>
                    <a:pt x="6212078" y="0"/>
                    <a:pt x="6216650" y="4572"/>
                    <a:pt x="6216650" y="10160"/>
                  </a:cubicBezTo>
                  <a:lnTo>
                    <a:pt x="6216650" y="2972816"/>
                  </a:lnTo>
                  <a:cubicBezTo>
                    <a:pt x="6216650" y="2978404"/>
                    <a:pt x="6212078" y="2982976"/>
                    <a:pt x="6206490" y="2982976"/>
                  </a:cubicBezTo>
                  <a:lnTo>
                    <a:pt x="10160" y="2982976"/>
                  </a:lnTo>
                  <a:cubicBezTo>
                    <a:pt x="4572" y="2982976"/>
                    <a:pt x="0" y="2978404"/>
                    <a:pt x="0" y="297281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2972816"/>
                  </a:lnTo>
                  <a:lnTo>
                    <a:pt x="10160" y="2972816"/>
                  </a:lnTo>
                  <a:lnTo>
                    <a:pt x="10160" y="2962656"/>
                  </a:lnTo>
                  <a:lnTo>
                    <a:pt x="6206490" y="2962656"/>
                  </a:lnTo>
                  <a:lnTo>
                    <a:pt x="6206490" y="2972816"/>
                  </a:lnTo>
                  <a:lnTo>
                    <a:pt x="6196330" y="2972816"/>
                  </a:lnTo>
                  <a:lnTo>
                    <a:pt x="6196330" y="10160"/>
                  </a:lnTo>
                  <a:lnTo>
                    <a:pt x="6206490" y="10160"/>
                  </a:lnTo>
                  <a:lnTo>
                    <a:pt x="620649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54636" y="6472892"/>
            <a:ext cx="4653120" cy="20909"/>
            <a:chOff x="0" y="0"/>
            <a:chExt cx="6204160" cy="278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204" cy="27940"/>
            </a:xfrm>
            <a:custGeom>
              <a:avLst/>
              <a:gdLst/>
              <a:ahLst/>
              <a:cxnLst/>
              <a:rect r="r" b="b" t="t" l="l"/>
              <a:pathLst>
                <a:path h="27940" w="6204204">
                  <a:moveTo>
                    <a:pt x="6200267" y="27940"/>
                  </a:moveTo>
                  <a:lnTo>
                    <a:pt x="3937" y="27940"/>
                  </a:lnTo>
                  <a:cubicBezTo>
                    <a:pt x="1778" y="27940"/>
                    <a:pt x="0" y="21590"/>
                    <a:pt x="0" y="13970"/>
                  </a:cubicBezTo>
                  <a:cubicBezTo>
                    <a:pt x="0" y="6350"/>
                    <a:pt x="1778" y="0"/>
                    <a:pt x="3937" y="0"/>
                  </a:cubicBezTo>
                  <a:lnTo>
                    <a:pt x="6200267" y="0"/>
                  </a:lnTo>
                  <a:cubicBezTo>
                    <a:pt x="6202426" y="0"/>
                    <a:pt x="6204204" y="6223"/>
                    <a:pt x="6204204" y="13970"/>
                  </a:cubicBezTo>
                  <a:cubicBezTo>
                    <a:pt x="6204204" y="21717"/>
                    <a:pt x="6202426" y="27940"/>
                    <a:pt x="6200267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52968" y="6223599"/>
            <a:ext cx="163028" cy="163028"/>
            <a:chOff x="0" y="0"/>
            <a:chExt cx="217371" cy="2173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0204" y="6223528"/>
            <a:ext cx="163028" cy="163028"/>
            <a:chOff x="0" y="0"/>
            <a:chExt cx="217371" cy="2173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07825" y="6223592"/>
            <a:ext cx="163028" cy="163028"/>
            <a:chOff x="0" y="0"/>
            <a:chExt cx="217371" cy="217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62001" y="7014155"/>
            <a:ext cx="642190" cy="642276"/>
            <a:chOff x="0" y="0"/>
            <a:chExt cx="856253" cy="856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81499" y="7124797"/>
            <a:ext cx="653620" cy="653706"/>
            <a:chOff x="0" y="0"/>
            <a:chExt cx="871493" cy="871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7620" y="762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474" cy="871601"/>
            </a:xfrm>
            <a:custGeom>
              <a:avLst/>
              <a:gdLst/>
              <a:ahLst/>
              <a:cxnLst/>
              <a:rect r="r" b="b" t="t" l="l"/>
              <a:pathLst>
                <a:path h="871601" w="871474">
                  <a:moveTo>
                    <a:pt x="7620" y="0"/>
                  </a:moveTo>
                  <a:lnTo>
                    <a:pt x="863854" y="0"/>
                  </a:lnTo>
                  <a:cubicBezTo>
                    <a:pt x="868045" y="0"/>
                    <a:pt x="871474" y="3429"/>
                    <a:pt x="871474" y="7620"/>
                  </a:cubicBezTo>
                  <a:lnTo>
                    <a:pt x="871474" y="863981"/>
                  </a:lnTo>
                  <a:cubicBezTo>
                    <a:pt x="871474" y="868172"/>
                    <a:pt x="868045" y="871601"/>
                    <a:pt x="863854" y="871601"/>
                  </a:cubicBezTo>
                  <a:lnTo>
                    <a:pt x="7620" y="871601"/>
                  </a:lnTo>
                  <a:cubicBezTo>
                    <a:pt x="3429" y="871601"/>
                    <a:pt x="0" y="868172"/>
                    <a:pt x="0" y="86398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63981"/>
                  </a:lnTo>
                  <a:lnTo>
                    <a:pt x="7620" y="863981"/>
                  </a:lnTo>
                  <a:lnTo>
                    <a:pt x="7620" y="856361"/>
                  </a:lnTo>
                  <a:lnTo>
                    <a:pt x="863854" y="856361"/>
                  </a:lnTo>
                  <a:lnTo>
                    <a:pt x="863854" y="863981"/>
                  </a:lnTo>
                  <a:lnTo>
                    <a:pt x="856234" y="863981"/>
                  </a:lnTo>
                  <a:lnTo>
                    <a:pt x="856234" y="7620"/>
                  </a:lnTo>
                  <a:lnTo>
                    <a:pt x="863854" y="7620"/>
                  </a:lnTo>
                  <a:lnTo>
                    <a:pt x="86385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3787" y="7238234"/>
            <a:ext cx="659462" cy="659551"/>
            <a:chOff x="0" y="0"/>
            <a:chExt cx="879283" cy="879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221" cy="879348"/>
            </a:xfrm>
            <a:custGeom>
              <a:avLst/>
              <a:gdLst/>
              <a:ahLst/>
              <a:cxnLst/>
              <a:rect r="r" b="b" t="t" l="l"/>
              <a:pathLst>
                <a:path h="879348" w="879221">
                  <a:moveTo>
                    <a:pt x="7620" y="0"/>
                  </a:moveTo>
                  <a:lnTo>
                    <a:pt x="871601" y="0"/>
                  </a:lnTo>
                  <a:cubicBezTo>
                    <a:pt x="875792" y="0"/>
                    <a:pt x="879221" y="3429"/>
                    <a:pt x="879221" y="7620"/>
                  </a:cubicBezTo>
                  <a:lnTo>
                    <a:pt x="879221" y="871728"/>
                  </a:lnTo>
                  <a:cubicBezTo>
                    <a:pt x="879221" y="875919"/>
                    <a:pt x="875792" y="879348"/>
                    <a:pt x="871601" y="879348"/>
                  </a:cubicBezTo>
                  <a:lnTo>
                    <a:pt x="7620" y="879348"/>
                  </a:lnTo>
                  <a:cubicBezTo>
                    <a:pt x="3429" y="879348"/>
                    <a:pt x="0" y="875919"/>
                    <a:pt x="0" y="87172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71728"/>
                  </a:lnTo>
                  <a:lnTo>
                    <a:pt x="7620" y="871728"/>
                  </a:lnTo>
                  <a:lnTo>
                    <a:pt x="7620" y="864108"/>
                  </a:lnTo>
                  <a:lnTo>
                    <a:pt x="871601" y="864108"/>
                  </a:lnTo>
                  <a:lnTo>
                    <a:pt x="871601" y="871728"/>
                  </a:lnTo>
                  <a:lnTo>
                    <a:pt x="863981" y="871728"/>
                  </a:lnTo>
                  <a:lnTo>
                    <a:pt x="863981" y="7620"/>
                  </a:lnTo>
                  <a:lnTo>
                    <a:pt x="871601" y="7620"/>
                  </a:lnTo>
                  <a:lnTo>
                    <a:pt x="87160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94314" y="6680838"/>
            <a:ext cx="1060327" cy="740154"/>
          </a:xfrm>
          <a:custGeom>
            <a:avLst/>
            <a:gdLst/>
            <a:ahLst/>
            <a:cxnLst/>
            <a:rect r="r" b="b" t="t" l="l"/>
            <a:pathLst>
              <a:path h="740154" w="1060327">
                <a:moveTo>
                  <a:pt x="0" y="0"/>
                </a:moveTo>
                <a:lnTo>
                  <a:pt x="1060327" y="0"/>
                </a:lnTo>
                <a:lnTo>
                  <a:pt x="1060327" y="740154"/>
                </a:lnTo>
                <a:lnTo>
                  <a:pt x="0" y="7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14112" y="6757741"/>
            <a:ext cx="226170" cy="226170"/>
            <a:chOff x="0" y="0"/>
            <a:chExt cx="301560" cy="301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498" cy="301498"/>
            </a:xfrm>
            <a:custGeom>
              <a:avLst/>
              <a:gdLst/>
              <a:ahLst/>
              <a:cxnLst/>
              <a:rect r="r" b="b" t="t" l="l"/>
              <a:pathLst>
                <a:path h="301498" w="301498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cubicBezTo>
                    <a:pt x="233934" y="0"/>
                    <a:pt x="301498" y="67564"/>
                    <a:pt x="301498" y="150749"/>
                  </a:cubicBezTo>
                  <a:cubicBezTo>
                    <a:pt x="301498" y="233934"/>
                    <a:pt x="234061" y="301498"/>
                    <a:pt x="150749" y="301498"/>
                  </a:cubicBezTo>
                  <a:cubicBezTo>
                    <a:pt x="67437" y="301498"/>
                    <a:pt x="0" y="234061"/>
                    <a:pt x="0" y="1507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49187" y="7119222"/>
            <a:ext cx="220326" cy="220326"/>
            <a:chOff x="0" y="0"/>
            <a:chExt cx="293768" cy="2937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3751" cy="293751"/>
            </a:xfrm>
            <a:custGeom>
              <a:avLst/>
              <a:gdLst/>
              <a:ahLst/>
              <a:cxnLst/>
              <a:rect r="r" b="b" t="t" l="l"/>
              <a:pathLst>
                <a:path h="293751" w="2937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cubicBezTo>
                    <a:pt x="228092" y="0"/>
                    <a:pt x="293751" y="65786"/>
                    <a:pt x="293751" y="146939"/>
                  </a:cubicBezTo>
                  <a:cubicBezTo>
                    <a:pt x="293751" y="228092"/>
                    <a:pt x="227965" y="293751"/>
                    <a:pt x="146939" y="293751"/>
                  </a:cubicBezTo>
                  <a:cubicBezTo>
                    <a:pt x="65913" y="293751"/>
                    <a:pt x="0" y="227965"/>
                    <a:pt x="0" y="146939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518410" y="7169298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1" y="0"/>
                </a:lnTo>
                <a:lnTo>
                  <a:pt x="553271" y="121906"/>
                </a:lnTo>
                <a:lnTo>
                  <a:pt x="0" y="1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399010" y="7047992"/>
            <a:ext cx="1050904" cy="5844"/>
            <a:chOff x="0" y="0"/>
            <a:chExt cx="1401205" cy="7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01191" cy="7874"/>
            </a:xfrm>
            <a:custGeom>
              <a:avLst/>
              <a:gdLst/>
              <a:ahLst/>
              <a:cxnLst/>
              <a:rect r="r" b="b" t="t" l="l"/>
              <a:pathLst>
                <a:path h="7874" w="1401191">
                  <a:moveTo>
                    <a:pt x="1397254" y="7747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1397254" y="0"/>
                  </a:lnTo>
                  <a:cubicBezTo>
                    <a:pt x="1399413" y="0"/>
                    <a:pt x="1401191" y="1778"/>
                    <a:pt x="1401191" y="3937"/>
                  </a:cubicBezTo>
                  <a:cubicBezTo>
                    <a:pt x="1401191" y="6096"/>
                    <a:pt x="1399413" y="7874"/>
                    <a:pt x="1397254" y="7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65700" y="6679791"/>
            <a:ext cx="805158" cy="744146"/>
            <a:chOff x="0" y="0"/>
            <a:chExt cx="1073544" cy="992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7620" y="7620"/>
              <a:ext cx="1058291" cy="977011"/>
            </a:xfrm>
            <a:custGeom>
              <a:avLst/>
              <a:gdLst/>
              <a:ahLst/>
              <a:cxnLst/>
              <a:rect r="r" b="b" t="t" l="l"/>
              <a:pathLst>
                <a:path h="977011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977011"/>
                  </a:lnTo>
                  <a:lnTo>
                    <a:pt x="0" y="97701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3531" cy="992251"/>
            </a:xfrm>
            <a:custGeom>
              <a:avLst/>
              <a:gdLst/>
              <a:ahLst/>
              <a:cxnLst/>
              <a:rect r="r" b="b" t="t" l="l"/>
              <a:pathLst>
                <a:path h="992251" w="1073531">
                  <a:moveTo>
                    <a:pt x="7620" y="0"/>
                  </a:moveTo>
                  <a:lnTo>
                    <a:pt x="1065911" y="0"/>
                  </a:lnTo>
                  <a:cubicBezTo>
                    <a:pt x="1070102" y="0"/>
                    <a:pt x="1073531" y="3429"/>
                    <a:pt x="1073531" y="7620"/>
                  </a:cubicBezTo>
                  <a:lnTo>
                    <a:pt x="1073531" y="984631"/>
                  </a:lnTo>
                  <a:cubicBezTo>
                    <a:pt x="1073531" y="988822"/>
                    <a:pt x="1070102" y="992251"/>
                    <a:pt x="1065911" y="992251"/>
                  </a:cubicBezTo>
                  <a:lnTo>
                    <a:pt x="7620" y="992251"/>
                  </a:lnTo>
                  <a:cubicBezTo>
                    <a:pt x="3429" y="992251"/>
                    <a:pt x="0" y="988822"/>
                    <a:pt x="0" y="9846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984631"/>
                  </a:lnTo>
                  <a:lnTo>
                    <a:pt x="7620" y="984631"/>
                  </a:lnTo>
                  <a:lnTo>
                    <a:pt x="7620" y="977011"/>
                  </a:lnTo>
                  <a:lnTo>
                    <a:pt x="1065911" y="977011"/>
                  </a:lnTo>
                  <a:lnTo>
                    <a:pt x="1065911" y="984631"/>
                  </a:lnTo>
                  <a:lnTo>
                    <a:pt x="1058291" y="984631"/>
                  </a:lnTo>
                  <a:lnTo>
                    <a:pt x="1058291" y="7620"/>
                  </a:lnTo>
                  <a:lnTo>
                    <a:pt x="1065911" y="7620"/>
                  </a:lnTo>
                  <a:lnTo>
                    <a:pt x="106591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74776" y="6799000"/>
            <a:ext cx="784963" cy="2892"/>
            <a:chOff x="0" y="0"/>
            <a:chExt cx="1046618" cy="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6607" cy="3810"/>
            </a:xfrm>
            <a:custGeom>
              <a:avLst/>
              <a:gdLst/>
              <a:ahLst/>
              <a:cxnLst/>
              <a:rect r="r" b="b" t="t" l="l"/>
              <a:pathLst>
                <a:path h="3810" w="1046607">
                  <a:moveTo>
                    <a:pt x="0" y="3810"/>
                  </a:moveTo>
                  <a:lnTo>
                    <a:pt x="104660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1853" y="6796079"/>
            <a:ext cx="790807" cy="8736"/>
            <a:chOff x="0" y="0"/>
            <a:chExt cx="1054410" cy="11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4481" cy="11684"/>
            </a:xfrm>
            <a:custGeom>
              <a:avLst/>
              <a:gdLst/>
              <a:ahLst/>
              <a:cxnLst/>
              <a:rect r="r" b="b" t="t" l="l"/>
              <a:pathLst>
                <a:path h="11684" w="1054481">
                  <a:moveTo>
                    <a:pt x="3937" y="11684"/>
                  </a:moveTo>
                  <a:cubicBezTo>
                    <a:pt x="1778" y="11684"/>
                    <a:pt x="0" y="9906"/>
                    <a:pt x="0" y="7747"/>
                  </a:cubicBezTo>
                  <a:cubicBezTo>
                    <a:pt x="0" y="5588"/>
                    <a:pt x="1651" y="3810"/>
                    <a:pt x="3937" y="3810"/>
                  </a:cubicBezTo>
                  <a:lnTo>
                    <a:pt x="1050544" y="0"/>
                  </a:lnTo>
                  <a:cubicBezTo>
                    <a:pt x="1052703" y="0"/>
                    <a:pt x="1054481" y="1778"/>
                    <a:pt x="1054481" y="3937"/>
                  </a:cubicBezTo>
                  <a:cubicBezTo>
                    <a:pt x="1054481" y="6096"/>
                    <a:pt x="1052830" y="7874"/>
                    <a:pt x="1050544" y="7874"/>
                  </a:cubicBezTo>
                  <a:lnTo>
                    <a:pt x="3937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1618019" y="6817653"/>
            <a:ext cx="774698" cy="692523"/>
          </a:xfrm>
          <a:custGeom>
            <a:avLst/>
            <a:gdLst/>
            <a:ahLst/>
            <a:cxnLst/>
            <a:rect r="r" b="b" t="t" l="l"/>
            <a:pathLst>
              <a:path h="692523" w="774698">
                <a:moveTo>
                  <a:pt x="0" y="0"/>
                </a:moveTo>
                <a:lnTo>
                  <a:pt x="774698" y="0"/>
                </a:lnTo>
                <a:lnTo>
                  <a:pt x="774698" y="692523"/>
                </a:lnTo>
                <a:lnTo>
                  <a:pt x="0" y="6925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512477" y="6688458"/>
            <a:ext cx="955292" cy="1446586"/>
            <a:chOff x="0" y="0"/>
            <a:chExt cx="1273723" cy="19287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3683" cy="1928749"/>
            </a:xfrm>
            <a:custGeom>
              <a:avLst/>
              <a:gdLst/>
              <a:ahLst/>
              <a:cxnLst/>
              <a:rect r="r" b="b" t="t" l="l"/>
              <a:pathLst>
                <a:path h="1928749" w="1273683">
                  <a:moveTo>
                    <a:pt x="1273683" y="1928749"/>
                  </a:moveTo>
                  <a:lnTo>
                    <a:pt x="0" y="1928749"/>
                  </a:lnTo>
                  <a:lnTo>
                    <a:pt x="0" y="4699"/>
                  </a:lnTo>
                  <a:lnTo>
                    <a:pt x="1273683" y="0"/>
                  </a:lnTo>
                  <a:lnTo>
                    <a:pt x="1273683" y="1928749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2812954" y="6838357"/>
            <a:ext cx="362547" cy="362547"/>
          </a:xfrm>
          <a:custGeom>
            <a:avLst/>
            <a:gdLst/>
            <a:ahLst/>
            <a:cxnLst/>
            <a:rect r="r" b="b" t="t" l="l"/>
            <a:pathLst>
              <a:path h="362547" w="362547">
                <a:moveTo>
                  <a:pt x="0" y="0"/>
                </a:moveTo>
                <a:lnTo>
                  <a:pt x="362547" y="0"/>
                </a:lnTo>
                <a:lnTo>
                  <a:pt x="362547" y="362547"/>
                </a:lnTo>
                <a:lnTo>
                  <a:pt x="0" y="36254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962071" y="6961013"/>
            <a:ext cx="103266" cy="117457"/>
            <a:chOff x="0" y="0"/>
            <a:chExt cx="137688" cy="156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-127"/>
              <a:ext cx="137668" cy="156718"/>
            </a:xfrm>
            <a:custGeom>
              <a:avLst/>
              <a:gdLst/>
              <a:ahLst/>
              <a:cxnLst/>
              <a:rect r="r" b="b" t="t" l="l"/>
              <a:pathLst>
                <a:path h="156718" w="137668">
                  <a:moveTo>
                    <a:pt x="3937" y="156718"/>
                  </a:moveTo>
                  <a:cubicBezTo>
                    <a:pt x="3175" y="156718"/>
                    <a:pt x="2540" y="156464"/>
                    <a:pt x="1905" y="156210"/>
                  </a:cubicBezTo>
                  <a:cubicBezTo>
                    <a:pt x="635" y="155448"/>
                    <a:pt x="0" y="154178"/>
                    <a:pt x="0" y="152781"/>
                  </a:cubicBezTo>
                  <a:lnTo>
                    <a:pt x="1905" y="3937"/>
                  </a:lnTo>
                  <a:cubicBezTo>
                    <a:pt x="1905" y="2540"/>
                    <a:pt x="2667" y="1270"/>
                    <a:pt x="3937" y="635"/>
                  </a:cubicBezTo>
                  <a:cubicBezTo>
                    <a:pt x="5207" y="0"/>
                    <a:pt x="6604" y="0"/>
                    <a:pt x="7874" y="635"/>
                  </a:cubicBezTo>
                  <a:lnTo>
                    <a:pt x="135763" y="76708"/>
                  </a:lnTo>
                  <a:cubicBezTo>
                    <a:pt x="137033" y="77470"/>
                    <a:pt x="137668" y="78740"/>
                    <a:pt x="137668" y="80137"/>
                  </a:cubicBezTo>
                  <a:cubicBezTo>
                    <a:pt x="137668" y="81534"/>
                    <a:pt x="136906" y="82804"/>
                    <a:pt x="135636" y="83439"/>
                  </a:cubicBezTo>
                  <a:lnTo>
                    <a:pt x="5842" y="156210"/>
                  </a:lnTo>
                  <a:cubicBezTo>
                    <a:pt x="5207" y="156464"/>
                    <a:pt x="4572" y="156718"/>
                    <a:pt x="3937" y="156718"/>
                  </a:cubicBezTo>
                  <a:close/>
                  <a:moveTo>
                    <a:pt x="9652" y="10795"/>
                  </a:moveTo>
                  <a:lnTo>
                    <a:pt x="7874" y="146177"/>
                  </a:lnTo>
                  <a:lnTo>
                    <a:pt x="125984" y="80010"/>
                  </a:lnTo>
                  <a:lnTo>
                    <a:pt x="9652" y="107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239" y="7297685"/>
            <a:ext cx="609403" cy="728947"/>
            <a:chOff x="0" y="0"/>
            <a:chExt cx="812538" cy="9719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546" cy="971931"/>
            </a:xfrm>
            <a:custGeom>
              <a:avLst/>
              <a:gdLst/>
              <a:ahLst/>
              <a:cxnLst/>
              <a:rect r="r" b="b" t="t" l="l"/>
              <a:pathLst>
                <a:path h="971931" w="812546">
                  <a:moveTo>
                    <a:pt x="0" y="967867"/>
                  </a:moveTo>
                  <a:lnTo>
                    <a:pt x="810006" y="971931"/>
                  </a:lnTo>
                  <a:lnTo>
                    <a:pt x="812546" y="4064"/>
                  </a:lnTo>
                  <a:lnTo>
                    <a:pt x="2540" y="0"/>
                  </a:lnTo>
                  <a:lnTo>
                    <a:pt x="0" y="967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690287" y="7294734"/>
            <a:ext cx="615306" cy="734820"/>
            <a:chOff x="0" y="0"/>
            <a:chExt cx="820408" cy="979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0420" cy="979932"/>
            </a:xfrm>
            <a:custGeom>
              <a:avLst/>
              <a:gdLst/>
              <a:ahLst/>
              <a:cxnLst/>
              <a:rect r="r" b="b" t="t" l="l"/>
              <a:pathLst>
                <a:path h="979932" w="820420">
                  <a:moveTo>
                    <a:pt x="813943" y="979805"/>
                  </a:moveTo>
                  <a:lnTo>
                    <a:pt x="3937" y="975614"/>
                  </a:lnTo>
                  <a:cubicBezTo>
                    <a:pt x="1778" y="975614"/>
                    <a:pt x="0" y="973836"/>
                    <a:pt x="0" y="971677"/>
                  </a:cubicBezTo>
                  <a:lnTo>
                    <a:pt x="2540" y="3937"/>
                  </a:lnTo>
                  <a:cubicBezTo>
                    <a:pt x="2540" y="2794"/>
                    <a:pt x="3048" y="1905"/>
                    <a:pt x="3683" y="1143"/>
                  </a:cubicBezTo>
                  <a:cubicBezTo>
                    <a:pt x="4318" y="381"/>
                    <a:pt x="5588" y="127"/>
                    <a:pt x="6477" y="0"/>
                  </a:cubicBezTo>
                  <a:lnTo>
                    <a:pt x="816483" y="4191"/>
                  </a:lnTo>
                  <a:cubicBezTo>
                    <a:pt x="818642" y="4191"/>
                    <a:pt x="820420" y="5969"/>
                    <a:pt x="820420" y="8128"/>
                  </a:cubicBezTo>
                  <a:lnTo>
                    <a:pt x="817880" y="975995"/>
                  </a:lnTo>
                  <a:cubicBezTo>
                    <a:pt x="817880" y="977011"/>
                    <a:pt x="817499" y="978027"/>
                    <a:pt x="816737" y="978789"/>
                  </a:cubicBezTo>
                  <a:cubicBezTo>
                    <a:pt x="815975" y="979551"/>
                    <a:pt x="815086" y="979932"/>
                    <a:pt x="814070" y="979932"/>
                  </a:cubicBezTo>
                  <a:close/>
                  <a:moveTo>
                    <a:pt x="7874" y="967867"/>
                  </a:moveTo>
                  <a:lnTo>
                    <a:pt x="810133" y="971931"/>
                  </a:lnTo>
                  <a:lnTo>
                    <a:pt x="812673" y="11938"/>
                  </a:lnTo>
                  <a:lnTo>
                    <a:pt x="10414" y="7874"/>
                  </a:lnTo>
                  <a:lnTo>
                    <a:pt x="7874" y="9678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050" y="7425557"/>
            <a:ext cx="607505" cy="3097"/>
            <a:chOff x="0" y="0"/>
            <a:chExt cx="810006" cy="41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06" cy="4191"/>
            </a:xfrm>
            <a:custGeom>
              <a:avLst/>
              <a:gdLst/>
              <a:ahLst/>
              <a:cxnLst/>
              <a:rect r="r" b="b" t="t" l="l"/>
              <a:pathLst>
                <a:path h="4191" w="810006">
                  <a:moveTo>
                    <a:pt x="810006" y="4191"/>
                  </a:moveTo>
                  <a:lnTo>
                    <a:pt x="0" y="0"/>
                  </a:lnTo>
                  <a:lnTo>
                    <a:pt x="810006" y="41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692126" y="7422635"/>
            <a:ext cx="613349" cy="8941"/>
            <a:chOff x="0" y="0"/>
            <a:chExt cx="817798" cy="119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7880" cy="12065"/>
            </a:xfrm>
            <a:custGeom>
              <a:avLst/>
              <a:gdLst/>
              <a:ahLst/>
              <a:cxnLst/>
              <a:rect r="r" b="b" t="t" l="l"/>
              <a:pathLst>
                <a:path h="12065" w="817880">
                  <a:moveTo>
                    <a:pt x="813943" y="11938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813943" y="4191"/>
                  </a:lnTo>
                  <a:cubicBezTo>
                    <a:pt x="816102" y="4191"/>
                    <a:pt x="817880" y="5969"/>
                    <a:pt x="817880" y="8128"/>
                  </a:cubicBezTo>
                  <a:cubicBezTo>
                    <a:pt x="817880" y="10287"/>
                    <a:pt x="816102" y="12065"/>
                    <a:pt x="813943" y="12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2742673" y="7339610"/>
            <a:ext cx="54372" cy="51437"/>
          </a:xfrm>
          <a:custGeom>
            <a:avLst/>
            <a:gdLst/>
            <a:ahLst/>
            <a:cxnLst/>
            <a:rect r="r" b="b" t="t" l="l"/>
            <a:pathLst>
              <a:path h="51437" w="54372">
                <a:moveTo>
                  <a:pt x="0" y="0"/>
                </a:moveTo>
                <a:lnTo>
                  <a:pt x="54372" y="0"/>
                </a:lnTo>
                <a:lnTo>
                  <a:pt x="54372" y="51437"/>
                </a:lnTo>
                <a:lnTo>
                  <a:pt x="0" y="5143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-1051799">
            <a:off x="12804583" y="7510738"/>
            <a:ext cx="387060" cy="387060"/>
            <a:chOff x="0" y="0"/>
            <a:chExt cx="516080" cy="516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6128" cy="516128"/>
            </a:xfrm>
            <a:custGeom>
              <a:avLst/>
              <a:gdLst/>
              <a:ahLst/>
              <a:cxnLst/>
              <a:rect r="r" b="b" t="t" l="l"/>
              <a:pathLst>
                <a:path h="516128" w="516128">
                  <a:moveTo>
                    <a:pt x="516128" y="258064"/>
                  </a:moveTo>
                  <a:cubicBezTo>
                    <a:pt x="516128" y="400558"/>
                    <a:pt x="400558" y="516128"/>
                    <a:pt x="258064" y="516128"/>
                  </a:cubicBezTo>
                  <a:cubicBezTo>
                    <a:pt x="115570" y="516128"/>
                    <a:pt x="0" y="400558"/>
                    <a:pt x="0" y="258064"/>
                  </a:cubicBezTo>
                  <a:cubicBezTo>
                    <a:pt x="0" y="115570"/>
                    <a:pt x="115570" y="0"/>
                    <a:pt x="258064" y="0"/>
                  </a:cubicBezTo>
                  <a:cubicBezTo>
                    <a:pt x="400558" y="0"/>
                    <a:pt x="516128" y="115570"/>
                    <a:pt x="516128" y="258064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2882016" y="7697966"/>
            <a:ext cx="233276" cy="122880"/>
          </a:xfrm>
          <a:custGeom>
            <a:avLst/>
            <a:gdLst/>
            <a:ahLst/>
            <a:cxnLst/>
            <a:rect r="r" b="b" t="t" l="l"/>
            <a:pathLst>
              <a:path h="122880" w="233276">
                <a:moveTo>
                  <a:pt x="0" y="0"/>
                </a:moveTo>
                <a:lnTo>
                  <a:pt x="233277" y="0"/>
                </a:lnTo>
                <a:lnTo>
                  <a:pt x="233277" y="122880"/>
                </a:lnTo>
                <a:lnTo>
                  <a:pt x="0" y="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41891" y="7587980"/>
            <a:ext cx="111893" cy="111893"/>
          </a:xfrm>
          <a:custGeom>
            <a:avLst/>
            <a:gdLst/>
            <a:ahLst/>
            <a:cxnLst/>
            <a:rect r="r" b="b" t="t" l="l"/>
            <a:pathLst>
              <a:path h="111893" w="111893">
                <a:moveTo>
                  <a:pt x="0" y="0"/>
                </a:moveTo>
                <a:lnTo>
                  <a:pt x="111893" y="0"/>
                </a:lnTo>
                <a:lnTo>
                  <a:pt x="111893" y="111893"/>
                </a:lnTo>
                <a:lnTo>
                  <a:pt x="0" y="1118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389589" y="7674314"/>
            <a:ext cx="632434" cy="358488"/>
            <a:chOff x="0" y="0"/>
            <a:chExt cx="843245" cy="477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7620" y="7620"/>
              <a:ext cx="828040" cy="462788"/>
            </a:xfrm>
            <a:custGeom>
              <a:avLst/>
              <a:gdLst/>
              <a:ahLst/>
              <a:cxnLst/>
              <a:rect r="r" b="b" t="t" l="l"/>
              <a:pathLst>
                <a:path h="462788" w="828040">
                  <a:moveTo>
                    <a:pt x="0" y="0"/>
                  </a:moveTo>
                  <a:lnTo>
                    <a:pt x="828040" y="0"/>
                  </a:lnTo>
                  <a:lnTo>
                    <a:pt x="828040" y="462788"/>
                  </a:lnTo>
                  <a:lnTo>
                    <a:pt x="0" y="462788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3280" cy="478028"/>
            </a:xfrm>
            <a:custGeom>
              <a:avLst/>
              <a:gdLst/>
              <a:ahLst/>
              <a:cxnLst/>
              <a:rect r="r" b="b" t="t" l="l"/>
              <a:pathLst>
                <a:path h="478028" w="843280">
                  <a:moveTo>
                    <a:pt x="7620" y="0"/>
                  </a:moveTo>
                  <a:lnTo>
                    <a:pt x="835660" y="0"/>
                  </a:lnTo>
                  <a:cubicBezTo>
                    <a:pt x="839851" y="0"/>
                    <a:pt x="843280" y="3429"/>
                    <a:pt x="843280" y="7620"/>
                  </a:cubicBezTo>
                  <a:lnTo>
                    <a:pt x="843280" y="470408"/>
                  </a:lnTo>
                  <a:cubicBezTo>
                    <a:pt x="843280" y="474599"/>
                    <a:pt x="839851" y="478028"/>
                    <a:pt x="835660" y="478028"/>
                  </a:cubicBezTo>
                  <a:lnTo>
                    <a:pt x="7620" y="478028"/>
                  </a:lnTo>
                  <a:cubicBezTo>
                    <a:pt x="3429" y="478028"/>
                    <a:pt x="0" y="474599"/>
                    <a:pt x="0" y="47040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470408"/>
                  </a:lnTo>
                  <a:lnTo>
                    <a:pt x="7620" y="470408"/>
                  </a:lnTo>
                  <a:lnTo>
                    <a:pt x="7620" y="462788"/>
                  </a:lnTo>
                  <a:lnTo>
                    <a:pt x="835660" y="462788"/>
                  </a:lnTo>
                  <a:lnTo>
                    <a:pt x="835660" y="470408"/>
                  </a:lnTo>
                  <a:lnTo>
                    <a:pt x="828040" y="470408"/>
                  </a:lnTo>
                  <a:lnTo>
                    <a:pt x="828040" y="7620"/>
                  </a:lnTo>
                  <a:lnTo>
                    <a:pt x="835660" y="7620"/>
                  </a:lnTo>
                  <a:lnTo>
                    <a:pt x="835660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401488" y="7671448"/>
            <a:ext cx="615641" cy="165695"/>
            <a:chOff x="0" y="0"/>
            <a:chExt cx="820854" cy="2209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508" y="-508"/>
              <a:ext cx="821817" cy="221488"/>
            </a:xfrm>
            <a:custGeom>
              <a:avLst/>
              <a:gdLst/>
              <a:ahLst/>
              <a:cxnLst/>
              <a:rect r="r" b="b" t="t" l="l"/>
              <a:pathLst>
                <a:path h="221488" w="821817">
                  <a:moveTo>
                    <a:pt x="420878" y="221488"/>
                  </a:moveTo>
                  <a:cubicBezTo>
                    <a:pt x="420243" y="221488"/>
                    <a:pt x="419608" y="221361"/>
                    <a:pt x="419100" y="221107"/>
                  </a:cubicBezTo>
                  <a:lnTo>
                    <a:pt x="2667" y="7874"/>
                  </a:lnTo>
                  <a:cubicBezTo>
                    <a:pt x="762" y="6858"/>
                    <a:pt x="0" y="4572"/>
                    <a:pt x="889" y="2667"/>
                  </a:cubicBezTo>
                  <a:cubicBezTo>
                    <a:pt x="1778" y="762"/>
                    <a:pt x="4318" y="0"/>
                    <a:pt x="6223" y="1016"/>
                  </a:cubicBezTo>
                  <a:lnTo>
                    <a:pt x="420878" y="213106"/>
                  </a:lnTo>
                  <a:lnTo>
                    <a:pt x="815594" y="3556"/>
                  </a:lnTo>
                  <a:cubicBezTo>
                    <a:pt x="817499" y="2540"/>
                    <a:pt x="819785" y="3302"/>
                    <a:pt x="820801" y="5207"/>
                  </a:cubicBezTo>
                  <a:cubicBezTo>
                    <a:pt x="821817" y="7112"/>
                    <a:pt x="821055" y="9398"/>
                    <a:pt x="819150" y="10414"/>
                  </a:cubicBezTo>
                  <a:lnTo>
                    <a:pt x="422783" y="220980"/>
                  </a:lnTo>
                  <a:cubicBezTo>
                    <a:pt x="422148" y="221234"/>
                    <a:pt x="421513" y="221488"/>
                    <a:pt x="421005" y="2214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1116766" y="7694798"/>
            <a:ext cx="1245924" cy="292794"/>
          </a:xfrm>
          <a:custGeom>
            <a:avLst/>
            <a:gdLst/>
            <a:ahLst/>
            <a:cxnLst/>
            <a:rect r="r" b="b" t="t" l="l"/>
            <a:pathLst>
              <a:path h="292794" w="1245924">
                <a:moveTo>
                  <a:pt x="0" y="0"/>
                </a:moveTo>
                <a:lnTo>
                  <a:pt x="1245924" y="0"/>
                </a:lnTo>
                <a:lnTo>
                  <a:pt x="1245924" y="292794"/>
                </a:lnTo>
                <a:lnTo>
                  <a:pt x="0" y="2927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0819408" y="6809873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0" y="0"/>
                </a:lnTo>
                <a:lnTo>
                  <a:pt x="553270" y="121905"/>
                </a:lnTo>
                <a:lnTo>
                  <a:pt x="0" y="1219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3148720" y="3028487"/>
            <a:ext cx="264401" cy="269886"/>
            <a:chOff x="0" y="0"/>
            <a:chExt cx="352534" cy="3598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-38862"/>
              <a:ext cx="352552" cy="398653"/>
            </a:xfrm>
            <a:custGeom>
              <a:avLst/>
              <a:gdLst/>
              <a:ahLst/>
              <a:cxnLst/>
              <a:rect r="r" b="b" t="t" l="l"/>
              <a:pathLst>
                <a:path h="398653" w="352552">
                  <a:moveTo>
                    <a:pt x="0" y="398653"/>
                  </a:moveTo>
                  <a:cubicBezTo>
                    <a:pt x="0" y="398653"/>
                    <a:pt x="762" y="92710"/>
                    <a:pt x="138303" y="46355"/>
                  </a:cubicBezTo>
                  <a:cubicBezTo>
                    <a:pt x="275844" y="0"/>
                    <a:pt x="352552" y="184785"/>
                    <a:pt x="352552" y="184785"/>
                  </a:cubicBezTo>
                  <a:lnTo>
                    <a:pt x="0" y="398653"/>
                  </a:ln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14986" y="3480325"/>
            <a:ext cx="419428" cy="513240"/>
            <a:chOff x="0" y="0"/>
            <a:chExt cx="559237" cy="6843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39243" y="-29591"/>
              <a:ext cx="601599" cy="874014"/>
            </a:xfrm>
            <a:custGeom>
              <a:avLst/>
              <a:gdLst/>
              <a:ahLst/>
              <a:cxnLst/>
              <a:rect r="r" b="b" t="t" l="l"/>
              <a:pathLst>
                <a:path h="874014" w="601599">
                  <a:moveTo>
                    <a:pt x="488696" y="623697"/>
                  </a:moveTo>
                  <a:cubicBezTo>
                    <a:pt x="489077" y="610997"/>
                    <a:pt x="595249" y="82042"/>
                    <a:pt x="598424" y="41021"/>
                  </a:cubicBezTo>
                  <a:cubicBezTo>
                    <a:pt x="601599" y="0"/>
                    <a:pt x="155321" y="82550"/>
                    <a:pt x="155321" y="82550"/>
                  </a:cubicBezTo>
                  <a:cubicBezTo>
                    <a:pt x="155321" y="82550"/>
                    <a:pt x="50546" y="471170"/>
                    <a:pt x="41783" y="541020"/>
                  </a:cubicBezTo>
                  <a:cubicBezTo>
                    <a:pt x="0" y="874014"/>
                    <a:pt x="488696" y="623697"/>
                    <a:pt x="488696" y="62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110644" y="3475906"/>
            <a:ext cx="428110" cy="522096"/>
          </a:xfrm>
          <a:custGeom>
            <a:avLst/>
            <a:gdLst/>
            <a:ahLst/>
            <a:cxnLst/>
            <a:rect r="r" b="b" t="t" l="l"/>
            <a:pathLst>
              <a:path h="522096" w="428110">
                <a:moveTo>
                  <a:pt x="0" y="0"/>
                </a:moveTo>
                <a:lnTo>
                  <a:pt x="428110" y="0"/>
                </a:lnTo>
                <a:lnTo>
                  <a:pt x="428110" y="522096"/>
                </a:lnTo>
                <a:lnTo>
                  <a:pt x="0" y="5220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056230" y="2994678"/>
            <a:ext cx="601867" cy="659036"/>
            <a:chOff x="0" y="0"/>
            <a:chExt cx="802490" cy="87871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6736" y="-17018"/>
              <a:ext cx="947166" cy="1027176"/>
            </a:xfrm>
            <a:custGeom>
              <a:avLst/>
              <a:gdLst/>
              <a:ahLst/>
              <a:cxnLst/>
              <a:rect r="r" b="b" t="t" l="l"/>
              <a:pathLst>
                <a:path h="1027176" w="947166">
                  <a:moveTo>
                    <a:pt x="530098" y="32131"/>
                  </a:moveTo>
                  <a:cubicBezTo>
                    <a:pt x="390906" y="0"/>
                    <a:pt x="367411" y="16764"/>
                    <a:pt x="255651" y="105664"/>
                  </a:cubicBezTo>
                  <a:cubicBezTo>
                    <a:pt x="183642" y="162941"/>
                    <a:pt x="0" y="677799"/>
                    <a:pt x="57785" y="800354"/>
                  </a:cubicBezTo>
                  <a:cubicBezTo>
                    <a:pt x="164846" y="1027176"/>
                    <a:pt x="639191" y="784225"/>
                    <a:pt x="673735" y="739902"/>
                  </a:cubicBezTo>
                  <a:cubicBezTo>
                    <a:pt x="708279" y="695579"/>
                    <a:pt x="947166" y="291465"/>
                    <a:pt x="803910" y="154559"/>
                  </a:cubicBezTo>
                  <a:cubicBezTo>
                    <a:pt x="739775" y="93218"/>
                    <a:pt x="630936" y="55372"/>
                    <a:pt x="530098" y="320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3051926" y="2990336"/>
            <a:ext cx="371215" cy="667757"/>
          </a:xfrm>
          <a:custGeom>
            <a:avLst/>
            <a:gdLst/>
            <a:ahLst/>
            <a:cxnLst/>
            <a:rect r="r" b="b" t="t" l="l"/>
            <a:pathLst>
              <a:path h="667757" w="371215">
                <a:moveTo>
                  <a:pt x="0" y="0"/>
                </a:moveTo>
                <a:lnTo>
                  <a:pt x="371215" y="0"/>
                </a:lnTo>
                <a:lnTo>
                  <a:pt x="371215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3136665" y="3248430"/>
            <a:ext cx="195168" cy="87430"/>
            <a:chOff x="0" y="0"/>
            <a:chExt cx="260224" cy="11657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2794" y="-2159"/>
              <a:ext cx="265811" cy="120904"/>
            </a:xfrm>
            <a:custGeom>
              <a:avLst/>
              <a:gdLst/>
              <a:ahLst/>
              <a:cxnLst/>
              <a:rect r="r" b="b" t="t" l="l"/>
              <a:pathLst>
                <a:path h="120904" w="265811">
                  <a:moveTo>
                    <a:pt x="249809" y="54483"/>
                  </a:moveTo>
                  <a:cubicBezTo>
                    <a:pt x="260477" y="57023"/>
                    <a:pt x="265811" y="73406"/>
                    <a:pt x="261620" y="91059"/>
                  </a:cubicBezTo>
                  <a:cubicBezTo>
                    <a:pt x="257429" y="108712"/>
                    <a:pt x="245364" y="120904"/>
                    <a:pt x="234569" y="118364"/>
                  </a:cubicBezTo>
                  <a:cubicBezTo>
                    <a:pt x="223774" y="115824"/>
                    <a:pt x="218694" y="99441"/>
                    <a:pt x="222885" y="81788"/>
                  </a:cubicBezTo>
                  <a:cubicBezTo>
                    <a:pt x="227076" y="64135"/>
                    <a:pt x="239141" y="51943"/>
                    <a:pt x="249809" y="54483"/>
                  </a:cubicBezTo>
                  <a:close/>
                  <a:moveTo>
                    <a:pt x="31242" y="2540"/>
                  </a:moveTo>
                  <a:cubicBezTo>
                    <a:pt x="41910" y="5080"/>
                    <a:pt x="47244" y="21463"/>
                    <a:pt x="43053" y="39116"/>
                  </a:cubicBezTo>
                  <a:cubicBezTo>
                    <a:pt x="38862" y="56769"/>
                    <a:pt x="26670" y="68961"/>
                    <a:pt x="16002" y="66421"/>
                  </a:cubicBezTo>
                  <a:cubicBezTo>
                    <a:pt x="5334" y="63881"/>
                    <a:pt x="0" y="47498"/>
                    <a:pt x="4191" y="29845"/>
                  </a:cubicBezTo>
                  <a:cubicBezTo>
                    <a:pt x="8382" y="12192"/>
                    <a:pt x="20447" y="0"/>
                    <a:pt x="31242" y="2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3146180" y="3193502"/>
            <a:ext cx="479782" cy="280780"/>
          </a:xfrm>
          <a:custGeom>
            <a:avLst/>
            <a:gdLst/>
            <a:ahLst/>
            <a:cxnLst/>
            <a:rect r="r" b="b" t="t" l="l"/>
            <a:pathLst>
              <a:path h="280780" w="479782">
                <a:moveTo>
                  <a:pt x="0" y="0"/>
                </a:moveTo>
                <a:lnTo>
                  <a:pt x="479782" y="0"/>
                </a:lnTo>
                <a:lnTo>
                  <a:pt x="479782" y="280780"/>
                </a:lnTo>
                <a:lnTo>
                  <a:pt x="0" y="2807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3178838" y="2835382"/>
            <a:ext cx="594158" cy="741624"/>
          </a:xfrm>
          <a:custGeom>
            <a:avLst/>
            <a:gdLst/>
            <a:ahLst/>
            <a:cxnLst/>
            <a:rect r="r" b="b" t="t" l="l"/>
            <a:pathLst>
              <a:path h="741624" w="594158">
                <a:moveTo>
                  <a:pt x="0" y="0"/>
                </a:moveTo>
                <a:lnTo>
                  <a:pt x="594158" y="0"/>
                </a:lnTo>
                <a:lnTo>
                  <a:pt x="594158" y="741624"/>
                </a:lnTo>
                <a:lnTo>
                  <a:pt x="0" y="74162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501140" y="3311182"/>
            <a:ext cx="157859" cy="175276"/>
            <a:chOff x="0" y="0"/>
            <a:chExt cx="210478" cy="2337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-44323" y="-37719"/>
              <a:ext cx="301879" cy="303149"/>
            </a:xfrm>
            <a:custGeom>
              <a:avLst/>
              <a:gdLst/>
              <a:ahLst/>
              <a:cxnLst/>
              <a:rect r="r" b="b" t="t" l="l"/>
              <a:pathLst>
                <a:path h="303149" w="301879">
                  <a:moveTo>
                    <a:pt x="91440" y="52959"/>
                  </a:moveTo>
                  <a:cubicBezTo>
                    <a:pt x="91440" y="52959"/>
                    <a:pt x="197993" y="0"/>
                    <a:pt x="241173" y="91694"/>
                  </a:cubicBezTo>
                  <a:cubicBezTo>
                    <a:pt x="301879" y="220599"/>
                    <a:pt x="144018" y="303149"/>
                    <a:pt x="72009" y="259842"/>
                  </a:cubicBezTo>
                  <a:cubicBezTo>
                    <a:pt x="0" y="216535"/>
                    <a:pt x="91440" y="52959"/>
                    <a:pt x="91440" y="529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15322" y="3813202"/>
            <a:ext cx="773281" cy="1180369"/>
            <a:chOff x="0" y="0"/>
            <a:chExt cx="1031042" cy="15738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-43434" y="-33020"/>
              <a:ext cx="1125093" cy="1646047"/>
            </a:xfrm>
            <a:custGeom>
              <a:avLst/>
              <a:gdLst/>
              <a:ahLst/>
              <a:cxnLst/>
              <a:rect r="r" b="b" t="t" l="l"/>
              <a:pathLst>
                <a:path h="1646047" w="1125093">
                  <a:moveTo>
                    <a:pt x="1055878" y="389128"/>
                  </a:moveTo>
                  <a:lnTo>
                    <a:pt x="642874" y="1413383"/>
                  </a:lnTo>
                  <a:cubicBezTo>
                    <a:pt x="579120" y="1569085"/>
                    <a:pt x="403225" y="1646047"/>
                    <a:pt x="245618" y="1586992"/>
                  </a:cubicBezTo>
                  <a:cubicBezTo>
                    <a:pt x="81026" y="1525270"/>
                    <a:pt x="0" y="1339596"/>
                    <a:pt x="66929" y="1177036"/>
                  </a:cubicBezTo>
                  <a:lnTo>
                    <a:pt x="439039" y="225425"/>
                  </a:lnTo>
                  <a:cubicBezTo>
                    <a:pt x="499872" y="77343"/>
                    <a:pt x="663321" y="0"/>
                    <a:pt x="816356" y="46482"/>
                  </a:cubicBezTo>
                  <a:cubicBezTo>
                    <a:pt x="991235" y="99695"/>
                    <a:pt x="1125093" y="219964"/>
                    <a:pt x="1055878" y="389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195718" y="3795872"/>
            <a:ext cx="812302" cy="1217809"/>
            <a:chOff x="0" y="0"/>
            <a:chExt cx="1083069" cy="162374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-45212" y="-43815"/>
              <a:ext cx="1181354" cy="1707388"/>
            </a:xfrm>
            <a:custGeom>
              <a:avLst/>
              <a:gdLst/>
              <a:ahLst/>
              <a:cxnLst/>
              <a:rect r="r" b="b" t="t" l="l"/>
              <a:pathLst>
                <a:path h="1707388" w="1181354">
                  <a:moveTo>
                    <a:pt x="263017" y="1647952"/>
                  </a:moveTo>
                  <a:cubicBezTo>
                    <a:pt x="427990" y="1707388"/>
                    <a:pt x="610616" y="1627124"/>
                    <a:pt x="678434" y="1465453"/>
                  </a:cubicBezTo>
                  <a:lnTo>
                    <a:pt x="1107186" y="442595"/>
                  </a:lnTo>
                  <a:cubicBezTo>
                    <a:pt x="1181354" y="264541"/>
                    <a:pt x="1050036" y="132334"/>
                    <a:pt x="869061" y="65151"/>
                  </a:cubicBezTo>
                  <a:cubicBezTo>
                    <a:pt x="693547" y="0"/>
                    <a:pt x="498348" y="89027"/>
                    <a:pt x="432435" y="264287"/>
                  </a:cubicBezTo>
                  <a:lnTo>
                    <a:pt x="68580" y="1216533"/>
                  </a:lnTo>
                  <a:cubicBezTo>
                    <a:pt x="0" y="1389380"/>
                    <a:pt x="88011" y="1584833"/>
                    <a:pt x="263017" y="164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447221" y="4549399"/>
            <a:ext cx="965653" cy="464269"/>
            <a:chOff x="0" y="0"/>
            <a:chExt cx="1287538" cy="6190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7526" cy="618998"/>
            </a:xfrm>
            <a:custGeom>
              <a:avLst/>
              <a:gdLst/>
              <a:ahLst/>
              <a:cxnLst/>
              <a:rect r="r" b="b" t="t" l="l"/>
              <a:pathLst>
                <a:path h="618998" w="1287526">
                  <a:moveTo>
                    <a:pt x="62738" y="61468"/>
                  </a:moveTo>
                  <a:lnTo>
                    <a:pt x="0" y="453771"/>
                  </a:lnTo>
                  <a:lnTo>
                    <a:pt x="1287526" y="618998"/>
                  </a:lnTo>
                  <a:lnTo>
                    <a:pt x="1287526" y="0"/>
                  </a:lnTo>
                  <a:lnTo>
                    <a:pt x="62738" y="614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89966" y="4552790"/>
            <a:ext cx="927300" cy="61865"/>
            <a:chOff x="0" y="0"/>
            <a:chExt cx="1236400" cy="824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127" y="0"/>
              <a:ext cx="1237361" cy="82423"/>
            </a:xfrm>
            <a:custGeom>
              <a:avLst/>
              <a:gdLst/>
              <a:ahLst/>
              <a:cxnLst/>
              <a:rect r="r" b="b" t="t" l="l"/>
              <a:pathLst>
                <a:path h="82423" w="1237361">
                  <a:moveTo>
                    <a:pt x="1230630" y="82423"/>
                  </a:moveTo>
                  <a:cubicBezTo>
                    <a:pt x="1229995" y="82423"/>
                    <a:pt x="1229360" y="82296"/>
                    <a:pt x="1228725" y="82169"/>
                  </a:cubicBezTo>
                  <a:lnTo>
                    <a:pt x="1025271" y="11684"/>
                  </a:lnTo>
                  <a:lnTo>
                    <a:pt x="6223" y="62738"/>
                  </a:lnTo>
                  <a:cubicBezTo>
                    <a:pt x="3048" y="62992"/>
                    <a:pt x="254" y="60452"/>
                    <a:pt x="127" y="57277"/>
                  </a:cubicBezTo>
                  <a:cubicBezTo>
                    <a:pt x="0" y="54102"/>
                    <a:pt x="2413" y="51308"/>
                    <a:pt x="5588" y="51181"/>
                  </a:cubicBezTo>
                  <a:lnTo>
                    <a:pt x="1025779" y="0"/>
                  </a:lnTo>
                  <a:cubicBezTo>
                    <a:pt x="1026541" y="0"/>
                    <a:pt x="1027303" y="127"/>
                    <a:pt x="1027938" y="254"/>
                  </a:cubicBezTo>
                  <a:lnTo>
                    <a:pt x="1232662" y="71120"/>
                  </a:lnTo>
                  <a:cubicBezTo>
                    <a:pt x="1235710" y="72136"/>
                    <a:pt x="1237361" y="75438"/>
                    <a:pt x="1236218" y="78486"/>
                  </a:cubicBezTo>
                  <a:cubicBezTo>
                    <a:pt x="1235456" y="80899"/>
                    <a:pt x="1233170" y="82423"/>
                    <a:pt x="1230757" y="824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05728" y="4844704"/>
            <a:ext cx="928739" cy="2048114"/>
            <a:chOff x="0" y="0"/>
            <a:chExt cx="1238318" cy="2730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-28956"/>
              <a:ext cx="1302131" cy="2759837"/>
            </a:xfrm>
            <a:custGeom>
              <a:avLst/>
              <a:gdLst/>
              <a:ahLst/>
              <a:cxnLst/>
              <a:rect r="r" b="b" t="t" l="l"/>
              <a:pathLst>
                <a:path h="2759837" w="1302131">
                  <a:moveTo>
                    <a:pt x="1220978" y="566293"/>
                  </a:moveTo>
                  <a:cubicBezTo>
                    <a:pt x="989203" y="1261872"/>
                    <a:pt x="479425" y="2759837"/>
                    <a:pt x="479425" y="2759837"/>
                  </a:cubicBezTo>
                  <a:lnTo>
                    <a:pt x="0" y="2652903"/>
                  </a:lnTo>
                  <a:lnTo>
                    <a:pt x="359410" y="319913"/>
                  </a:lnTo>
                  <a:cubicBezTo>
                    <a:pt x="385572" y="130937"/>
                    <a:pt x="606171" y="0"/>
                    <a:pt x="832866" y="34544"/>
                  </a:cubicBezTo>
                  <a:cubicBezTo>
                    <a:pt x="1086485" y="73279"/>
                    <a:pt x="1302131" y="322961"/>
                    <a:pt x="1220978" y="566293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15" id="115"/>
          <p:cNvSpPr/>
          <p:nvPr/>
        </p:nvSpPr>
        <p:spPr>
          <a:xfrm flipH="false" flipV="false" rot="0">
            <a:off x="10901380" y="4840438"/>
            <a:ext cx="937364" cy="2056736"/>
          </a:xfrm>
          <a:custGeom>
            <a:avLst/>
            <a:gdLst/>
            <a:ahLst/>
            <a:cxnLst/>
            <a:rect r="r" b="b" t="t" l="l"/>
            <a:pathLst>
              <a:path h="2056736" w="937364">
                <a:moveTo>
                  <a:pt x="0" y="0"/>
                </a:moveTo>
                <a:lnTo>
                  <a:pt x="937364" y="0"/>
                </a:lnTo>
                <a:lnTo>
                  <a:pt x="937364" y="2056736"/>
                </a:lnTo>
                <a:lnTo>
                  <a:pt x="0" y="2056736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262036" y="6724838"/>
            <a:ext cx="1118300" cy="629549"/>
            <a:chOff x="0" y="0"/>
            <a:chExt cx="1491067" cy="8393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91107" cy="839470"/>
            </a:xfrm>
            <a:custGeom>
              <a:avLst/>
              <a:gdLst/>
              <a:ahLst/>
              <a:cxnLst/>
              <a:rect r="r" b="b" t="t" l="l"/>
              <a:pathLst>
                <a:path h="839470" w="1491107">
                  <a:moveTo>
                    <a:pt x="0" y="724281"/>
                  </a:moveTo>
                  <a:lnTo>
                    <a:pt x="9398" y="822452"/>
                  </a:lnTo>
                  <a:lnTo>
                    <a:pt x="38735" y="839470"/>
                  </a:lnTo>
                  <a:lnTo>
                    <a:pt x="1491107" y="700151"/>
                  </a:lnTo>
                  <a:lnTo>
                    <a:pt x="1474470" y="525907"/>
                  </a:lnTo>
                  <a:cubicBezTo>
                    <a:pt x="1472438" y="504698"/>
                    <a:pt x="1460246" y="485775"/>
                    <a:pt x="1441831" y="475234"/>
                  </a:cubicBezTo>
                  <a:lnTo>
                    <a:pt x="1400429" y="43434"/>
                  </a:lnTo>
                  <a:lnTo>
                    <a:pt x="890524" y="0"/>
                  </a:lnTo>
                  <a:lnTo>
                    <a:pt x="772922" y="151003"/>
                  </a:lnTo>
                  <a:lnTo>
                    <a:pt x="537591" y="350139"/>
                  </a:lnTo>
                  <a:cubicBezTo>
                    <a:pt x="455041" y="419989"/>
                    <a:pt x="362585" y="477520"/>
                    <a:pt x="263398" y="520573"/>
                  </a:cubicBezTo>
                  <a:cubicBezTo>
                    <a:pt x="164211" y="563626"/>
                    <a:pt x="51308" y="612394"/>
                    <a:pt x="44831" y="613029"/>
                  </a:cubicBezTo>
                  <a:cubicBezTo>
                    <a:pt x="34417" y="614045"/>
                    <a:pt x="7620" y="699262"/>
                    <a:pt x="1270" y="719836"/>
                  </a:cubicBezTo>
                  <a:cubicBezTo>
                    <a:pt x="381" y="722757"/>
                    <a:pt x="0" y="724281"/>
                    <a:pt x="0" y="7242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267438" y="7191083"/>
            <a:ext cx="1112928" cy="163304"/>
            <a:chOff x="0" y="0"/>
            <a:chExt cx="1483904" cy="2177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83868" cy="217805"/>
            </a:xfrm>
            <a:custGeom>
              <a:avLst/>
              <a:gdLst/>
              <a:ahLst/>
              <a:cxnLst/>
              <a:rect r="r" b="b" t="t" l="l"/>
              <a:pathLst>
                <a:path h="217805" w="1483868">
                  <a:moveTo>
                    <a:pt x="0" y="177165"/>
                  </a:moveTo>
                  <a:lnTo>
                    <a:pt x="2286" y="200787"/>
                  </a:lnTo>
                  <a:lnTo>
                    <a:pt x="31623" y="217805"/>
                  </a:lnTo>
                  <a:lnTo>
                    <a:pt x="1483868" y="78486"/>
                  </a:lnTo>
                  <a:lnTo>
                    <a:pt x="1476375" y="0"/>
                  </a:lnTo>
                  <a:lnTo>
                    <a:pt x="0" y="17716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62065" y="7081216"/>
            <a:ext cx="1116878" cy="260450"/>
            <a:chOff x="0" y="0"/>
            <a:chExt cx="1489171" cy="3472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89202" cy="347218"/>
            </a:xfrm>
            <a:custGeom>
              <a:avLst/>
              <a:gdLst/>
              <a:ahLst/>
              <a:cxnLst/>
              <a:rect r="r" b="b" t="t" l="l"/>
              <a:pathLst>
                <a:path h="347218" w="1489202">
                  <a:moveTo>
                    <a:pt x="0" y="249047"/>
                  </a:moveTo>
                  <a:lnTo>
                    <a:pt x="9398" y="347218"/>
                  </a:lnTo>
                  <a:lnTo>
                    <a:pt x="1489202" y="205359"/>
                  </a:lnTo>
                  <a:lnTo>
                    <a:pt x="1474343" y="50673"/>
                  </a:lnTo>
                  <a:cubicBezTo>
                    <a:pt x="1472311" y="29464"/>
                    <a:pt x="1460119" y="10541"/>
                    <a:pt x="1441704" y="0"/>
                  </a:cubicBezTo>
                  <a:lnTo>
                    <a:pt x="1270" y="244729"/>
                  </a:lnTo>
                  <a:cubicBezTo>
                    <a:pt x="381" y="247650"/>
                    <a:pt x="0" y="249174"/>
                    <a:pt x="0" y="2491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259320" y="6902213"/>
            <a:ext cx="1088389" cy="386888"/>
          </a:xfrm>
          <a:custGeom>
            <a:avLst/>
            <a:gdLst/>
            <a:ahLst/>
            <a:cxnLst/>
            <a:rect r="r" b="b" t="t" l="l"/>
            <a:pathLst>
              <a:path h="386888" w="1088389">
                <a:moveTo>
                  <a:pt x="0" y="0"/>
                </a:moveTo>
                <a:lnTo>
                  <a:pt x="1088389" y="0"/>
                </a:lnTo>
                <a:lnTo>
                  <a:pt x="1088389" y="386888"/>
                </a:lnTo>
                <a:lnTo>
                  <a:pt x="0" y="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885865" y="4779217"/>
            <a:ext cx="2433794" cy="1886722"/>
          </a:xfrm>
          <a:custGeom>
            <a:avLst/>
            <a:gdLst/>
            <a:ahLst/>
            <a:cxnLst/>
            <a:rect r="r" b="b" t="t" l="l"/>
            <a:pathLst>
              <a:path h="1886722" w="2433794">
                <a:moveTo>
                  <a:pt x="0" y="0"/>
                </a:moveTo>
                <a:lnTo>
                  <a:pt x="2433794" y="0"/>
                </a:lnTo>
                <a:lnTo>
                  <a:pt x="2433794" y="1886722"/>
                </a:lnTo>
                <a:lnTo>
                  <a:pt x="0" y="188672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0881432" y="4774832"/>
            <a:ext cx="1872566" cy="1895465"/>
          </a:xfrm>
          <a:custGeom>
            <a:avLst/>
            <a:gdLst/>
            <a:ahLst/>
            <a:cxnLst/>
            <a:rect r="r" b="b" t="t" l="l"/>
            <a:pathLst>
              <a:path h="1895465" w="1872566">
                <a:moveTo>
                  <a:pt x="0" y="0"/>
                </a:moveTo>
                <a:lnTo>
                  <a:pt x="1872566" y="0"/>
                </a:lnTo>
                <a:lnTo>
                  <a:pt x="1872566" y="1895465"/>
                </a:lnTo>
                <a:lnTo>
                  <a:pt x="0" y="189546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495416" y="4890385"/>
            <a:ext cx="896094" cy="330440"/>
            <a:chOff x="0" y="0"/>
            <a:chExt cx="1194792" cy="44058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-762" y="-762"/>
              <a:ext cx="1196340" cy="441325"/>
            </a:xfrm>
            <a:custGeom>
              <a:avLst/>
              <a:gdLst/>
              <a:ahLst/>
              <a:cxnLst/>
              <a:rect r="r" b="b" t="t" l="l"/>
              <a:pathLst>
                <a:path h="441325" w="1196340">
                  <a:moveTo>
                    <a:pt x="1189736" y="441325"/>
                  </a:moveTo>
                  <a:cubicBezTo>
                    <a:pt x="1189101" y="441325"/>
                    <a:pt x="1188466" y="441198"/>
                    <a:pt x="1187704" y="440944"/>
                  </a:cubicBezTo>
                  <a:lnTo>
                    <a:pt x="4572" y="12065"/>
                  </a:lnTo>
                  <a:cubicBezTo>
                    <a:pt x="1524" y="10922"/>
                    <a:pt x="0" y="7620"/>
                    <a:pt x="1143" y="4572"/>
                  </a:cubicBezTo>
                  <a:cubicBezTo>
                    <a:pt x="2286" y="1524"/>
                    <a:pt x="5461" y="0"/>
                    <a:pt x="8509" y="1143"/>
                  </a:cubicBezTo>
                  <a:lnTo>
                    <a:pt x="1191768" y="430022"/>
                  </a:lnTo>
                  <a:cubicBezTo>
                    <a:pt x="1194816" y="431165"/>
                    <a:pt x="1196340" y="434467"/>
                    <a:pt x="1195197" y="437515"/>
                  </a:cubicBezTo>
                  <a:cubicBezTo>
                    <a:pt x="1194308" y="439928"/>
                    <a:pt x="1192149" y="441325"/>
                    <a:pt x="1189736" y="441325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82947" y="5478793"/>
            <a:ext cx="31531" cy="173659"/>
            <a:chOff x="0" y="0"/>
            <a:chExt cx="42042" cy="23154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381" y="-508"/>
              <a:ext cx="42799" cy="232156"/>
            </a:xfrm>
            <a:custGeom>
              <a:avLst/>
              <a:gdLst/>
              <a:ahLst/>
              <a:cxnLst/>
              <a:rect r="r" b="b" t="t" l="l"/>
              <a:pathLst>
                <a:path h="232156" w="42799">
                  <a:moveTo>
                    <a:pt x="36576" y="232029"/>
                  </a:moveTo>
                  <a:cubicBezTo>
                    <a:pt x="33655" y="232029"/>
                    <a:pt x="31242" y="229997"/>
                    <a:pt x="30861" y="227076"/>
                  </a:cubicBezTo>
                  <a:lnTo>
                    <a:pt x="381" y="7112"/>
                  </a:lnTo>
                  <a:cubicBezTo>
                    <a:pt x="0" y="3937"/>
                    <a:pt x="2159" y="1016"/>
                    <a:pt x="5334" y="508"/>
                  </a:cubicBezTo>
                  <a:cubicBezTo>
                    <a:pt x="8509" y="0"/>
                    <a:pt x="11557" y="2413"/>
                    <a:pt x="11938" y="5588"/>
                  </a:cubicBezTo>
                  <a:lnTo>
                    <a:pt x="42418" y="225552"/>
                  </a:lnTo>
                  <a:cubicBezTo>
                    <a:pt x="42799" y="228727"/>
                    <a:pt x="40640" y="231648"/>
                    <a:pt x="37465" y="232156"/>
                  </a:cubicBezTo>
                  <a:cubicBezTo>
                    <a:pt x="37211" y="232156"/>
                    <a:pt x="36957" y="232156"/>
                    <a:pt x="36703" y="232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960096" y="6009893"/>
            <a:ext cx="671126" cy="2060878"/>
            <a:chOff x="0" y="0"/>
            <a:chExt cx="894835" cy="274783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-1905"/>
              <a:ext cx="935101" cy="2749804"/>
            </a:xfrm>
            <a:custGeom>
              <a:avLst/>
              <a:gdLst/>
              <a:ahLst/>
              <a:cxnLst/>
              <a:rect r="r" b="b" t="t" l="l"/>
              <a:pathLst>
                <a:path h="2749804" w="935101">
                  <a:moveTo>
                    <a:pt x="889381" y="473075"/>
                  </a:moveTo>
                  <a:cubicBezTo>
                    <a:pt x="758952" y="1194689"/>
                    <a:pt x="467487" y="2749804"/>
                    <a:pt x="467487" y="2749804"/>
                  </a:cubicBezTo>
                  <a:lnTo>
                    <a:pt x="0" y="2667635"/>
                  </a:lnTo>
                  <a:lnTo>
                    <a:pt x="81280" y="392430"/>
                  </a:lnTo>
                  <a:cubicBezTo>
                    <a:pt x="80264" y="201803"/>
                    <a:pt x="200279" y="0"/>
                    <a:pt x="429514" y="1905"/>
                  </a:cubicBezTo>
                  <a:cubicBezTo>
                    <a:pt x="686054" y="4064"/>
                    <a:pt x="935101" y="220599"/>
                    <a:pt x="889381" y="473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10955735" y="6005568"/>
            <a:ext cx="679746" cy="2069590"/>
          </a:xfrm>
          <a:custGeom>
            <a:avLst/>
            <a:gdLst/>
            <a:ahLst/>
            <a:cxnLst/>
            <a:rect r="r" b="b" t="t" l="l"/>
            <a:pathLst>
              <a:path h="2069590" w="679746">
                <a:moveTo>
                  <a:pt x="0" y="0"/>
                </a:moveTo>
                <a:lnTo>
                  <a:pt x="679746" y="0"/>
                </a:lnTo>
                <a:lnTo>
                  <a:pt x="679746" y="2069590"/>
                </a:lnTo>
                <a:lnTo>
                  <a:pt x="0" y="206959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0914241" y="5449898"/>
            <a:ext cx="2464859" cy="2188642"/>
          </a:xfrm>
          <a:custGeom>
            <a:avLst/>
            <a:gdLst/>
            <a:ahLst/>
            <a:cxnLst/>
            <a:rect r="r" b="b" t="t" l="l"/>
            <a:pathLst>
              <a:path h="2188642" w="2464859">
                <a:moveTo>
                  <a:pt x="0" y="0"/>
                </a:moveTo>
                <a:lnTo>
                  <a:pt x="2464859" y="0"/>
                </a:lnTo>
                <a:lnTo>
                  <a:pt x="2464859" y="2188642"/>
                </a:lnTo>
                <a:lnTo>
                  <a:pt x="0" y="218864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415728" y="7915049"/>
            <a:ext cx="1091233" cy="792185"/>
            <a:chOff x="0" y="0"/>
            <a:chExt cx="1454978" cy="105624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55039" cy="1056386"/>
            </a:xfrm>
            <a:custGeom>
              <a:avLst/>
              <a:gdLst/>
              <a:ahLst/>
              <a:cxnLst/>
              <a:rect r="r" b="b" t="t" l="l"/>
              <a:pathLst>
                <a:path h="1056386" w="1455039">
                  <a:moveTo>
                    <a:pt x="0" y="951484"/>
                  </a:moveTo>
                  <a:lnTo>
                    <a:pt x="29210" y="1045718"/>
                  </a:lnTo>
                  <a:lnTo>
                    <a:pt x="61468" y="1056386"/>
                  </a:lnTo>
                  <a:lnTo>
                    <a:pt x="1455039" y="624586"/>
                  </a:lnTo>
                  <a:lnTo>
                    <a:pt x="1403223" y="457327"/>
                  </a:lnTo>
                  <a:cubicBezTo>
                    <a:pt x="1396873" y="437007"/>
                    <a:pt x="1381252" y="421005"/>
                    <a:pt x="1360932" y="414274"/>
                  </a:cubicBezTo>
                  <a:lnTo>
                    <a:pt x="1232535" y="0"/>
                  </a:lnTo>
                  <a:lnTo>
                    <a:pt x="724535" y="61214"/>
                  </a:lnTo>
                  <a:lnTo>
                    <a:pt x="640207" y="233045"/>
                  </a:lnTo>
                  <a:lnTo>
                    <a:pt x="450342" y="475869"/>
                  </a:lnTo>
                  <a:cubicBezTo>
                    <a:pt x="383667" y="561086"/>
                    <a:pt x="304927" y="636016"/>
                    <a:pt x="216535" y="698500"/>
                  </a:cubicBezTo>
                  <a:cubicBezTo>
                    <a:pt x="128143" y="760984"/>
                    <a:pt x="27559" y="831596"/>
                    <a:pt x="21209" y="833501"/>
                  </a:cubicBezTo>
                  <a:cubicBezTo>
                    <a:pt x="11303" y="836549"/>
                    <a:pt x="2413" y="925449"/>
                    <a:pt x="381" y="946912"/>
                  </a:cubicBezTo>
                  <a:cubicBezTo>
                    <a:pt x="127" y="949833"/>
                    <a:pt x="0" y="951484"/>
                    <a:pt x="0" y="9514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432369" y="8327012"/>
            <a:ext cx="1074622" cy="380221"/>
            <a:chOff x="0" y="0"/>
            <a:chExt cx="1432829" cy="50696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2814" cy="506984"/>
            </a:xfrm>
            <a:custGeom>
              <a:avLst/>
              <a:gdLst/>
              <a:ahLst/>
              <a:cxnLst/>
              <a:rect r="r" b="b" t="t" l="l"/>
              <a:pathLst>
                <a:path h="506984" w="1432814">
                  <a:moveTo>
                    <a:pt x="0" y="473710"/>
                  </a:moveTo>
                  <a:lnTo>
                    <a:pt x="6985" y="496316"/>
                  </a:lnTo>
                  <a:lnTo>
                    <a:pt x="39243" y="506984"/>
                  </a:lnTo>
                  <a:lnTo>
                    <a:pt x="1432814" y="75311"/>
                  </a:lnTo>
                  <a:lnTo>
                    <a:pt x="1409446" y="0"/>
                  </a:lnTo>
                  <a:lnTo>
                    <a:pt x="0" y="47371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415728" y="8225800"/>
            <a:ext cx="1086848" cy="473476"/>
            <a:chOff x="0" y="0"/>
            <a:chExt cx="1449131" cy="63130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49070" cy="631317"/>
            </a:xfrm>
            <a:custGeom>
              <a:avLst/>
              <a:gdLst/>
              <a:ahLst/>
              <a:cxnLst/>
              <a:rect r="r" b="b" t="t" l="l"/>
              <a:pathLst>
                <a:path h="631317" w="1449070">
                  <a:moveTo>
                    <a:pt x="0" y="537083"/>
                  </a:moveTo>
                  <a:lnTo>
                    <a:pt x="29210" y="631317"/>
                  </a:lnTo>
                  <a:lnTo>
                    <a:pt x="1449070" y="191516"/>
                  </a:lnTo>
                  <a:lnTo>
                    <a:pt x="1403223" y="43053"/>
                  </a:lnTo>
                  <a:cubicBezTo>
                    <a:pt x="1396873" y="22733"/>
                    <a:pt x="1381252" y="6731"/>
                    <a:pt x="1360932" y="0"/>
                  </a:cubicBezTo>
                  <a:lnTo>
                    <a:pt x="381" y="532511"/>
                  </a:lnTo>
                  <a:cubicBezTo>
                    <a:pt x="127" y="535432"/>
                    <a:pt x="0" y="537083"/>
                    <a:pt x="0" y="5370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0416322" y="8163498"/>
            <a:ext cx="1024439" cy="485507"/>
          </a:xfrm>
          <a:custGeom>
            <a:avLst/>
            <a:gdLst/>
            <a:ahLst/>
            <a:cxnLst/>
            <a:rect r="r" b="b" t="t" l="l"/>
            <a:pathLst>
              <a:path h="485507" w="1024439">
                <a:moveTo>
                  <a:pt x="0" y="0"/>
                </a:moveTo>
                <a:lnTo>
                  <a:pt x="1024438" y="0"/>
                </a:lnTo>
                <a:lnTo>
                  <a:pt x="1024438" y="485507"/>
                </a:lnTo>
                <a:lnTo>
                  <a:pt x="0" y="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1516461" y="6303030"/>
            <a:ext cx="107627" cy="132284"/>
            <a:chOff x="0" y="0"/>
            <a:chExt cx="143502" cy="1763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-762" y="-762"/>
              <a:ext cx="145034" cy="177165"/>
            </a:xfrm>
            <a:custGeom>
              <a:avLst/>
              <a:gdLst/>
              <a:ahLst/>
              <a:cxnLst/>
              <a:rect r="r" b="b" t="t" l="l"/>
              <a:pathLst>
                <a:path h="177165" w="145034">
                  <a:moveTo>
                    <a:pt x="138430" y="177165"/>
                  </a:moveTo>
                  <a:cubicBezTo>
                    <a:pt x="136779" y="177165"/>
                    <a:pt x="135001" y="176403"/>
                    <a:pt x="133858" y="175006"/>
                  </a:cubicBezTo>
                  <a:lnTo>
                    <a:pt x="2032" y="10160"/>
                  </a:lnTo>
                  <a:cubicBezTo>
                    <a:pt x="0" y="7747"/>
                    <a:pt x="508" y="4064"/>
                    <a:pt x="2921" y="2032"/>
                  </a:cubicBezTo>
                  <a:cubicBezTo>
                    <a:pt x="5334" y="0"/>
                    <a:pt x="9144" y="508"/>
                    <a:pt x="11049" y="2921"/>
                  </a:cubicBezTo>
                  <a:lnTo>
                    <a:pt x="143002" y="167640"/>
                  </a:lnTo>
                  <a:cubicBezTo>
                    <a:pt x="145034" y="170180"/>
                    <a:pt x="144653" y="173736"/>
                    <a:pt x="142113" y="175768"/>
                  </a:cubicBezTo>
                  <a:cubicBezTo>
                    <a:pt x="140970" y="176657"/>
                    <a:pt x="139700" y="177038"/>
                    <a:pt x="138430" y="1770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1725417" y="4943008"/>
            <a:ext cx="1102816" cy="299618"/>
            <a:chOff x="0" y="0"/>
            <a:chExt cx="1470421" cy="3994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72692" cy="401701"/>
            </a:xfrm>
            <a:custGeom>
              <a:avLst/>
              <a:gdLst/>
              <a:ahLst/>
              <a:cxnLst/>
              <a:rect r="r" b="b" t="t" l="l"/>
              <a:pathLst>
                <a:path h="401701" w="1472692">
                  <a:moveTo>
                    <a:pt x="1441450" y="399034"/>
                  </a:moveTo>
                  <a:lnTo>
                    <a:pt x="0" y="92456"/>
                  </a:lnTo>
                  <a:lnTo>
                    <a:pt x="19685" y="0"/>
                  </a:lnTo>
                  <a:lnTo>
                    <a:pt x="1452245" y="352171"/>
                  </a:lnTo>
                  <a:cubicBezTo>
                    <a:pt x="1464818" y="355219"/>
                    <a:pt x="1472692" y="367792"/>
                    <a:pt x="1470025" y="380492"/>
                  </a:cubicBezTo>
                  <a:cubicBezTo>
                    <a:pt x="1467231" y="393446"/>
                    <a:pt x="1454531" y="401701"/>
                    <a:pt x="1441577" y="398907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721026" y="4938652"/>
            <a:ext cx="1111518" cy="308371"/>
          </a:xfrm>
          <a:custGeom>
            <a:avLst/>
            <a:gdLst/>
            <a:ahLst/>
            <a:cxnLst/>
            <a:rect r="r" b="b" t="t" l="l"/>
            <a:pathLst>
              <a:path h="308371" w="1111518">
                <a:moveTo>
                  <a:pt x="0" y="0"/>
                </a:moveTo>
                <a:lnTo>
                  <a:pt x="1111518" y="0"/>
                </a:lnTo>
                <a:lnTo>
                  <a:pt x="1111518" y="308371"/>
                </a:lnTo>
                <a:lnTo>
                  <a:pt x="0" y="308371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1106085" y="4132338"/>
            <a:ext cx="1099901" cy="952990"/>
            <a:chOff x="0" y="0"/>
            <a:chExt cx="1466534" cy="12706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-635" y="-6350"/>
              <a:ext cx="1467866" cy="1283335"/>
            </a:xfrm>
            <a:custGeom>
              <a:avLst/>
              <a:gdLst/>
              <a:ahLst/>
              <a:cxnLst/>
              <a:rect r="r" b="b" t="t" l="l"/>
              <a:pathLst>
                <a:path h="1283335" w="1467866">
                  <a:moveTo>
                    <a:pt x="1397889" y="1275715"/>
                  </a:moveTo>
                  <a:lnTo>
                    <a:pt x="61976" y="991489"/>
                  </a:lnTo>
                  <a:cubicBezTo>
                    <a:pt x="35560" y="985901"/>
                    <a:pt x="16383" y="963295"/>
                    <a:pt x="15875" y="937133"/>
                  </a:cubicBezTo>
                  <a:lnTo>
                    <a:pt x="635" y="62357"/>
                  </a:lnTo>
                  <a:cubicBezTo>
                    <a:pt x="0" y="26670"/>
                    <a:pt x="33782" y="0"/>
                    <a:pt x="69977" y="7747"/>
                  </a:cubicBezTo>
                  <a:lnTo>
                    <a:pt x="1405890" y="291846"/>
                  </a:lnTo>
                  <a:cubicBezTo>
                    <a:pt x="1432306" y="297434"/>
                    <a:pt x="1451483" y="320040"/>
                    <a:pt x="1451991" y="346202"/>
                  </a:cubicBezTo>
                  <a:lnTo>
                    <a:pt x="1467231" y="1220978"/>
                  </a:lnTo>
                  <a:cubicBezTo>
                    <a:pt x="1467866" y="1256665"/>
                    <a:pt x="1434084" y="1283335"/>
                    <a:pt x="1398016" y="127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11101786" y="4127972"/>
            <a:ext cx="1108584" cy="961727"/>
          </a:xfrm>
          <a:custGeom>
            <a:avLst/>
            <a:gdLst/>
            <a:ahLst/>
            <a:cxnLst/>
            <a:rect r="r" b="b" t="t" l="l"/>
            <a:pathLst>
              <a:path h="961727" w="1108584">
                <a:moveTo>
                  <a:pt x="0" y="0"/>
                </a:moveTo>
                <a:lnTo>
                  <a:pt x="1108584" y="0"/>
                </a:lnTo>
                <a:lnTo>
                  <a:pt x="1108584" y="961727"/>
                </a:lnTo>
                <a:lnTo>
                  <a:pt x="0" y="961727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072650" y="4126582"/>
            <a:ext cx="1095245" cy="978193"/>
            <a:chOff x="0" y="0"/>
            <a:chExt cx="1460326" cy="130425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-381" y="-6477"/>
              <a:ext cx="1461135" cy="1317244"/>
            </a:xfrm>
            <a:custGeom>
              <a:avLst/>
              <a:gdLst/>
              <a:ahLst/>
              <a:cxnLst/>
              <a:rect r="r" b="b" t="t" l="l"/>
              <a:pathLst>
                <a:path h="1317244" w="1461135">
                  <a:moveTo>
                    <a:pt x="1390904" y="1309497"/>
                  </a:moveTo>
                  <a:lnTo>
                    <a:pt x="54991" y="1025271"/>
                  </a:lnTo>
                  <a:cubicBezTo>
                    <a:pt x="28575" y="1019683"/>
                    <a:pt x="9525" y="996442"/>
                    <a:pt x="9271" y="969391"/>
                  </a:cubicBezTo>
                  <a:lnTo>
                    <a:pt x="381" y="64770"/>
                  </a:lnTo>
                  <a:cubicBezTo>
                    <a:pt x="0" y="27813"/>
                    <a:pt x="34036" y="0"/>
                    <a:pt x="70104" y="7747"/>
                  </a:cubicBezTo>
                  <a:lnTo>
                    <a:pt x="1406144" y="291973"/>
                  </a:lnTo>
                  <a:cubicBezTo>
                    <a:pt x="1432560" y="297561"/>
                    <a:pt x="1451610" y="320802"/>
                    <a:pt x="1451864" y="347853"/>
                  </a:cubicBezTo>
                  <a:lnTo>
                    <a:pt x="1460754" y="1252474"/>
                  </a:lnTo>
                  <a:cubicBezTo>
                    <a:pt x="1461135" y="1289431"/>
                    <a:pt x="1427099" y="1317244"/>
                    <a:pt x="1391031" y="13094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5267400">
            <a:off x="11519264" y="4559912"/>
            <a:ext cx="113845" cy="75916"/>
            <a:chOff x="0" y="0"/>
            <a:chExt cx="151794" cy="10122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1892" cy="101346"/>
            </a:xfrm>
            <a:custGeom>
              <a:avLst/>
              <a:gdLst/>
              <a:ahLst/>
              <a:cxnLst/>
              <a:rect r="r" b="b" t="t" l="l"/>
              <a:pathLst>
                <a:path h="101346" w="151892">
                  <a:moveTo>
                    <a:pt x="151765" y="50673"/>
                  </a:moveTo>
                  <a:cubicBezTo>
                    <a:pt x="151765" y="78613"/>
                    <a:pt x="117729" y="101346"/>
                    <a:pt x="75819" y="101346"/>
                  </a:cubicBezTo>
                  <a:cubicBezTo>
                    <a:pt x="33909" y="101346"/>
                    <a:pt x="0" y="78613"/>
                    <a:pt x="0" y="50673"/>
                  </a:cubicBezTo>
                  <a:cubicBezTo>
                    <a:pt x="0" y="22733"/>
                    <a:pt x="34036" y="0"/>
                    <a:pt x="75946" y="0"/>
                  </a:cubicBezTo>
                  <a:cubicBezTo>
                    <a:pt x="117856" y="0"/>
                    <a:pt x="151892" y="22606"/>
                    <a:pt x="151892" y="506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40997" y="3768685"/>
            <a:ext cx="1528958" cy="1995173"/>
            <a:chOff x="0" y="0"/>
            <a:chExt cx="2038611" cy="266023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38604" cy="2660269"/>
            </a:xfrm>
            <a:custGeom>
              <a:avLst/>
              <a:gdLst/>
              <a:ahLst/>
              <a:cxnLst/>
              <a:rect r="r" b="b" t="t" l="l"/>
              <a:pathLst>
                <a:path h="2660269" w="2038604">
                  <a:moveTo>
                    <a:pt x="2038604" y="484886"/>
                  </a:moveTo>
                  <a:lnTo>
                    <a:pt x="1510792" y="94361"/>
                  </a:lnTo>
                  <a:cubicBezTo>
                    <a:pt x="1368933" y="168275"/>
                    <a:pt x="1252093" y="153289"/>
                    <a:pt x="1182116" y="136906"/>
                  </a:cubicBezTo>
                  <a:cubicBezTo>
                    <a:pt x="1055116" y="107315"/>
                    <a:pt x="1053338" y="0"/>
                    <a:pt x="1053338" y="0"/>
                  </a:cubicBezTo>
                  <a:lnTo>
                    <a:pt x="510794" y="36195"/>
                  </a:lnTo>
                  <a:cubicBezTo>
                    <a:pt x="510794" y="36195"/>
                    <a:pt x="420878" y="649986"/>
                    <a:pt x="362966" y="862457"/>
                  </a:cubicBezTo>
                  <a:lnTo>
                    <a:pt x="0" y="1856740"/>
                  </a:lnTo>
                  <a:lnTo>
                    <a:pt x="347853" y="2327529"/>
                  </a:lnTo>
                  <a:lnTo>
                    <a:pt x="498221" y="2103120"/>
                  </a:lnTo>
                  <a:lnTo>
                    <a:pt x="441960" y="2394458"/>
                  </a:lnTo>
                  <a:lnTo>
                    <a:pt x="1377569" y="2660269"/>
                  </a:lnTo>
                  <a:lnTo>
                    <a:pt x="1773809" y="913257"/>
                  </a:lnTo>
                  <a:cubicBezTo>
                    <a:pt x="1699895" y="573405"/>
                    <a:pt x="2038604" y="484886"/>
                    <a:pt x="2038604" y="4848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2255116" y="3764317"/>
            <a:ext cx="1264211" cy="1754425"/>
          </a:xfrm>
          <a:custGeom>
            <a:avLst/>
            <a:gdLst/>
            <a:ahLst/>
            <a:cxnLst/>
            <a:rect r="r" b="b" t="t" l="l"/>
            <a:pathLst>
              <a:path h="1754425" w="1264211">
                <a:moveTo>
                  <a:pt x="0" y="0"/>
                </a:moveTo>
                <a:lnTo>
                  <a:pt x="1264211" y="0"/>
                </a:lnTo>
                <a:lnTo>
                  <a:pt x="1264211" y="1754425"/>
                </a:lnTo>
                <a:lnTo>
                  <a:pt x="0" y="1754425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2668135" y="5095664"/>
            <a:ext cx="860971" cy="672551"/>
            <a:chOff x="0" y="0"/>
            <a:chExt cx="1147962" cy="89673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-508" y="-508"/>
              <a:ext cx="1149096" cy="897255"/>
            </a:xfrm>
            <a:custGeom>
              <a:avLst/>
              <a:gdLst/>
              <a:ahLst/>
              <a:cxnLst/>
              <a:rect r="r" b="b" t="t" l="l"/>
              <a:pathLst>
                <a:path h="897255" w="1149096">
                  <a:moveTo>
                    <a:pt x="941832" y="897255"/>
                  </a:moveTo>
                  <a:cubicBezTo>
                    <a:pt x="941324" y="897255"/>
                    <a:pt x="940689" y="897128"/>
                    <a:pt x="940181" y="897001"/>
                  </a:cubicBezTo>
                  <a:lnTo>
                    <a:pt x="4699" y="631317"/>
                  </a:lnTo>
                  <a:cubicBezTo>
                    <a:pt x="1778" y="630555"/>
                    <a:pt x="0" y="627634"/>
                    <a:pt x="635" y="624586"/>
                  </a:cubicBezTo>
                  <a:lnTo>
                    <a:pt x="56896" y="333121"/>
                  </a:lnTo>
                  <a:cubicBezTo>
                    <a:pt x="57531" y="329946"/>
                    <a:pt x="60579" y="327914"/>
                    <a:pt x="63754" y="328549"/>
                  </a:cubicBezTo>
                  <a:cubicBezTo>
                    <a:pt x="66929" y="329184"/>
                    <a:pt x="68961" y="332232"/>
                    <a:pt x="68326" y="335407"/>
                  </a:cubicBezTo>
                  <a:lnTo>
                    <a:pt x="13081" y="621538"/>
                  </a:lnTo>
                  <a:lnTo>
                    <a:pt x="937641" y="884174"/>
                  </a:lnTo>
                  <a:lnTo>
                    <a:pt x="1137031" y="5080"/>
                  </a:lnTo>
                  <a:cubicBezTo>
                    <a:pt x="1137666" y="1905"/>
                    <a:pt x="1140841" y="0"/>
                    <a:pt x="1144016" y="762"/>
                  </a:cubicBezTo>
                  <a:cubicBezTo>
                    <a:pt x="1147191" y="1524"/>
                    <a:pt x="1149096" y="4572"/>
                    <a:pt x="1148334" y="7747"/>
                  </a:cubicBezTo>
                  <a:lnTo>
                    <a:pt x="947547" y="892683"/>
                  </a:lnTo>
                  <a:cubicBezTo>
                    <a:pt x="947166" y="894207"/>
                    <a:pt x="946277" y="895604"/>
                    <a:pt x="944880" y="896366"/>
                  </a:cubicBezTo>
                  <a:cubicBezTo>
                    <a:pt x="943991" y="896874"/>
                    <a:pt x="942975" y="897128"/>
                    <a:pt x="941959" y="8971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298639" y="4099852"/>
            <a:ext cx="640540" cy="1301875"/>
            <a:chOff x="0" y="0"/>
            <a:chExt cx="854053" cy="17358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21844" y="-17399"/>
              <a:ext cx="912368" cy="1786509"/>
            </a:xfrm>
            <a:custGeom>
              <a:avLst/>
              <a:gdLst/>
              <a:ahLst/>
              <a:cxnLst/>
              <a:rect r="r" b="b" t="t" l="l"/>
              <a:pathLst>
                <a:path h="1786509" w="912368">
                  <a:moveTo>
                    <a:pt x="859028" y="422910"/>
                  </a:moveTo>
                  <a:lnTo>
                    <a:pt x="550545" y="1532890"/>
                  </a:lnTo>
                  <a:cubicBezTo>
                    <a:pt x="501396" y="1693799"/>
                    <a:pt x="333248" y="1786509"/>
                    <a:pt x="170815" y="1742186"/>
                  </a:cubicBezTo>
                  <a:cubicBezTo>
                    <a:pt x="1270" y="1695831"/>
                    <a:pt x="0" y="1530985"/>
                    <a:pt x="51689" y="1362837"/>
                  </a:cubicBezTo>
                  <a:lnTo>
                    <a:pt x="380873" y="163195"/>
                  </a:lnTo>
                  <a:cubicBezTo>
                    <a:pt x="427990" y="10287"/>
                    <a:pt x="501650" y="0"/>
                    <a:pt x="658368" y="32385"/>
                  </a:cubicBezTo>
                  <a:cubicBezTo>
                    <a:pt x="837438" y="69342"/>
                    <a:pt x="912368" y="248158"/>
                    <a:pt x="858901" y="423037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976170" y="4759650"/>
            <a:ext cx="524094" cy="340420"/>
            <a:chOff x="0" y="0"/>
            <a:chExt cx="698792" cy="45389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-762" y="-39370"/>
              <a:ext cx="699516" cy="493268"/>
            </a:xfrm>
            <a:custGeom>
              <a:avLst/>
              <a:gdLst/>
              <a:ahLst/>
              <a:cxnLst/>
              <a:rect r="r" b="b" t="t" l="l"/>
              <a:pathLst>
                <a:path h="493268" w="699516">
                  <a:moveTo>
                    <a:pt x="699516" y="306705"/>
                  </a:moveTo>
                  <a:cubicBezTo>
                    <a:pt x="699516" y="306705"/>
                    <a:pt x="388493" y="118364"/>
                    <a:pt x="297180" y="55753"/>
                  </a:cubicBezTo>
                  <a:cubicBezTo>
                    <a:pt x="216154" y="0"/>
                    <a:pt x="91059" y="101473"/>
                    <a:pt x="25654" y="143637"/>
                  </a:cubicBezTo>
                  <a:cubicBezTo>
                    <a:pt x="11303" y="152908"/>
                    <a:pt x="1905" y="168275"/>
                    <a:pt x="762" y="185293"/>
                  </a:cubicBezTo>
                  <a:cubicBezTo>
                    <a:pt x="0" y="197866"/>
                    <a:pt x="11684" y="206629"/>
                    <a:pt x="28067" y="216408"/>
                  </a:cubicBezTo>
                  <a:cubicBezTo>
                    <a:pt x="50038" y="229362"/>
                    <a:pt x="205232" y="163068"/>
                    <a:pt x="240284" y="179451"/>
                  </a:cubicBezTo>
                  <a:cubicBezTo>
                    <a:pt x="264795" y="191008"/>
                    <a:pt x="597662" y="493268"/>
                    <a:pt x="597662" y="493268"/>
                  </a:cubicBezTo>
                  <a:lnTo>
                    <a:pt x="699516" y="30670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981081" y="4834921"/>
            <a:ext cx="518429" cy="346786"/>
            <a:chOff x="0" y="0"/>
            <a:chExt cx="691238" cy="4623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-5080" y="-37973"/>
              <a:ext cx="696341" cy="500380"/>
            </a:xfrm>
            <a:custGeom>
              <a:avLst/>
              <a:gdLst/>
              <a:ahLst/>
              <a:cxnLst/>
              <a:rect r="r" b="b" t="t" l="l"/>
              <a:pathLst>
                <a:path h="500380" w="696341">
                  <a:moveTo>
                    <a:pt x="696341" y="332232"/>
                  </a:moveTo>
                  <a:cubicBezTo>
                    <a:pt x="696341" y="332232"/>
                    <a:pt x="412623" y="125476"/>
                    <a:pt x="321310" y="62738"/>
                  </a:cubicBezTo>
                  <a:cubicBezTo>
                    <a:pt x="229997" y="0"/>
                    <a:pt x="92075" y="72390"/>
                    <a:pt x="50673" y="102870"/>
                  </a:cubicBezTo>
                  <a:cubicBezTo>
                    <a:pt x="2540" y="131191"/>
                    <a:pt x="0" y="161798"/>
                    <a:pt x="9398" y="176784"/>
                  </a:cubicBezTo>
                  <a:cubicBezTo>
                    <a:pt x="21463" y="195961"/>
                    <a:pt x="48006" y="192786"/>
                    <a:pt x="77216" y="183388"/>
                  </a:cubicBezTo>
                  <a:cubicBezTo>
                    <a:pt x="167894" y="154178"/>
                    <a:pt x="238125" y="149225"/>
                    <a:pt x="270129" y="164211"/>
                  </a:cubicBezTo>
                  <a:cubicBezTo>
                    <a:pt x="294640" y="175768"/>
                    <a:pt x="621665" y="500380"/>
                    <a:pt x="621665" y="500380"/>
                  </a:cubicBezTo>
                  <a:lnTo>
                    <a:pt x="696341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012574" y="4892651"/>
            <a:ext cx="541099" cy="290479"/>
            <a:chOff x="0" y="0"/>
            <a:chExt cx="721466" cy="38730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21844" y="-39116"/>
              <a:ext cx="743458" cy="426466"/>
            </a:xfrm>
            <a:custGeom>
              <a:avLst/>
              <a:gdLst/>
              <a:ahLst/>
              <a:cxnLst/>
              <a:rect r="r" b="b" t="t" l="l"/>
              <a:pathLst>
                <a:path h="426466" w="743458">
                  <a:moveTo>
                    <a:pt x="743331" y="332232"/>
                  </a:moveTo>
                  <a:cubicBezTo>
                    <a:pt x="743331" y="332232"/>
                    <a:pt x="459613" y="125476"/>
                    <a:pt x="368300" y="62738"/>
                  </a:cubicBezTo>
                  <a:cubicBezTo>
                    <a:pt x="276987" y="0"/>
                    <a:pt x="98298" y="79502"/>
                    <a:pt x="57785" y="104394"/>
                  </a:cubicBezTo>
                  <a:cubicBezTo>
                    <a:pt x="0" y="133731"/>
                    <a:pt x="24003" y="164846"/>
                    <a:pt x="46482" y="172085"/>
                  </a:cubicBezTo>
                  <a:cubicBezTo>
                    <a:pt x="68453" y="185166"/>
                    <a:pt x="237236" y="124587"/>
                    <a:pt x="272288" y="141097"/>
                  </a:cubicBezTo>
                  <a:cubicBezTo>
                    <a:pt x="296799" y="152654"/>
                    <a:pt x="654304" y="426466"/>
                    <a:pt x="654304" y="426466"/>
                  </a:cubicBezTo>
                  <a:lnTo>
                    <a:pt x="743458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35027" y="4965143"/>
            <a:ext cx="505285" cy="238289"/>
            <a:chOff x="0" y="0"/>
            <a:chExt cx="673714" cy="31771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-5588" y="-28321"/>
              <a:ext cx="679323" cy="386207"/>
            </a:xfrm>
            <a:custGeom>
              <a:avLst/>
              <a:gdLst/>
              <a:ahLst/>
              <a:cxnLst/>
              <a:rect r="r" b="b" t="t" l="l"/>
              <a:pathLst>
                <a:path h="386207" w="679323">
                  <a:moveTo>
                    <a:pt x="679323" y="304419"/>
                  </a:moveTo>
                  <a:cubicBezTo>
                    <a:pt x="679323" y="304419"/>
                    <a:pt x="412623" y="115316"/>
                    <a:pt x="327025" y="57658"/>
                  </a:cubicBezTo>
                  <a:cubicBezTo>
                    <a:pt x="241427" y="0"/>
                    <a:pt x="16383" y="38481"/>
                    <a:pt x="6604" y="77343"/>
                  </a:cubicBezTo>
                  <a:cubicBezTo>
                    <a:pt x="0" y="118618"/>
                    <a:pt x="27051" y="117348"/>
                    <a:pt x="45339" y="121285"/>
                  </a:cubicBezTo>
                  <a:cubicBezTo>
                    <a:pt x="75946" y="127000"/>
                    <a:pt x="180594" y="122047"/>
                    <a:pt x="230886" y="149987"/>
                  </a:cubicBezTo>
                  <a:cubicBezTo>
                    <a:pt x="237617" y="153797"/>
                    <a:pt x="302133" y="264795"/>
                    <a:pt x="393319" y="320675"/>
                  </a:cubicBezTo>
                  <a:cubicBezTo>
                    <a:pt x="500380" y="386207"/>
                    <a:pt x="679196" y="304546"/>
                    <a:pt x="679196" y="30454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67" id="167"/>
          <p:cNvSpPr/>
          <p:nvPr/>
        </p:nvSpPr>
        <p:spPr>
          <a:xfrm flipH="false" flipV="false" rot="0">
            <a:off x="11996468" y="4816349"/>
            <a:ext cx="292040" cy="194821"/>
          </a:xfrm>
          <a:custGeom>
            <a:avLst/>
            <a:gdLst/>
            <a:ahLst/>
            <a:cxnLst/>
            <a:rect r="r" b="b" t="t" l="l"/>
            <a:pathLst>
              <a:path h="194821" w="292040">
                <a:moveTo>
                  <a:pt x="0" y="0"/>
                </a:moveTo>
                <a:lnTo>
                  <a:pt x="292041" y="0"/>
                </a:lnTo>
                <a:lnTo>
                  <a:pt x="292041" y="194821"/>
                </a:lnTo>
                <a:lnTo>
                  <a:pt x="0" y="194821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2374074" y="4935197"/>
            <a:ext cx="1095418" cy="469468"/>
            <a:chOff x="0" y="0"/>
            <a:chExt cx="1460557" cy="62595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-20574" y="0"/>
              <a:ext cx="1481074" cy="625983"/>
            </a:xfrm>
            <a:custGeom>
              <a:avLst/>
              <a:gdLst/>
              <a:ahLst/>
              <a:cxnLst/>
              <a:rect r="r" b="b" t="t" l="l"/>
              <a:pathLst>
                <a:path h="625983" w="1481074">
                  <a:moveTo>
                    <a:pt x="1379347" y="94615"/>
                  </a:moveTo>
                  <a:lnTo>
                    <a:pt x="135255" y="0"/>
                  </a:lnTo>
                  <a:cubicBezTo>
                    <a:pt x="135255" y="0"/>
                    <a:pt x="0" y="345313"/>
                    <a:pt x="23241" y="351028"/>
                  </a:cubicBezTo>
                  <a:cubicBezTo>
                    <a:pt x="46482" y="356743"/>
                    <a:pt x="1481074" y="625983"/>
                    <a:pt x="1481074" y="625983"/>
                  </a:cubicBezTo>
                  <a:lnTo>
                    <a:pt x="1379347" y="9461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145775" y="4755163"/>
            <a:ext cx="380250" cy="217004"/>
            <a:chOff x="0" y="0"/>
            <a:chExt cx="507000" cy="28933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635" y="-6223"/>
              <a:ext cx="508508" cy="295529"/>
            </a:xfrm>
            <a:custGeom>
              <a:avLst/>
              <a:gdLst/>
              <a:ahLst/>
              <a:cxnLst/>
              <a:rect r="r" b="b" t="t" l="l"/>
              <a:pathLst>
                <a:path h="295529" w="508508">
                  <a:moveTo>
                    <a:pt x="501777" y="295529"/>
                  </a:moveTo>
                  <a:cubicBezTo>
                    <a:pt x="500761" y="295529"/>
                    <a:pt x="499745" y="295275"/>
                    <a:pt x="498856" y="294767"/>
                  </a:cubicBezTo>
                  <a:cubicBezTo>
                    <a:pt x="495300" y="292608"/>
                    <a:pt x="141605" y="81534"/>
                    <a:pt x="86995" y="46228"/>
                  </a:cubicBezTo>
                  <a:cubicBezTo>
                    <a:pt x="35433" y="12954"/>
                    <a:pt x="8001" y="18161"/>
                    <a:pt x="7747" y="18161"/>
                  </a:cubicBezTo>
                  <a:cubicBezTo>
                    <a:pt x="4699" y="18923"/>
                    <a:pt x="1524" y="17018"/>
                    <a:pt x="762" y="13843"/>
                  </a:cubicBezTo>
                  <a:cubicBezTo>
                    <a:pt x="0" y="10668"/>
                    <a:pt x="2032" y="7620"/>
                    <a:pt x="5080" y="6858"/>
                  </a:cubicBezTo>
                  <a:cubicBezTo>
                    <a:pt x="6350" y="6604"/>
                    <a:pt x="36703" y="0"/>
                    <a:pt x="93345" y="36449"/>
                  </a:cubicBezTo>
                  <a:cubicBezTo>
                    <a:pt x="147701" y="71628"/>
                    <a:pt x="501269" y="282575"/>
                    <a:pt x="504825" y="284734"/>
                  </a:cubicBezTo>
                  <a:cubicBezTo>
                    <a:pt x="507619" y="286385"/>
                    <a:pt x="508508" y="289941"/>
                    <a:pt x="506857" y="292735"/>
                  </a:cubicBezTo>
                  <a:cubicBezTo>
                    <a:pt x="505714" y="294513"/>
                    <a:pt x="503809" y="295529"/>
                    <a:pt x="501904" y="2955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199675" y="5052001"/>
            <a:ext cx="267492" cy="158718"/>
            <a:chOff x="0" y="0"/>
            <a:chExt cx="356656" cy="21162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-762" y="-635"/>
              <a:ext cx="358013" cy="212217"/>
            </a:xfrm>
            <a:custGeom>
              <a:avLst/>
              <a:gdLst/>
              <a:ahLst/>
              <a:cxnLst/>
              <a:rect r="r" b="b" t="t" l="l"/>
              <a:pathLst>
                <a:path h="212217" w="358013">
                  <a:moveTo>
                    <a:pt x="277368" y="212217"/>
                  </a:moveTo>
                  <a:cubicBezTo>
                    <a:pt x="252349" y="212217"/>
                    <a:pt x="226949" y="206756"/>
                    <a:pt x="191262" y="194437"/>
                  </a:cubicBezTo>
                  <a:cubicBezTo>
                    <a:pt x="116713" y="168910"/>
                    <a:pt x="6477" y="16383"/>
                    <a:pt x="1905" y="9779"/>
                  </a:cubicBezTo>
                  <a:cubicBezTo>
                    <a:pt x="0" y="7239"/>
                    <a:pt x="508" y="3556"/>
                    <a:pt x="3175" y="1778"/>
                  </a:cubicBezTo>
                  <a:cubicBezTo>
                    <a:pt x="5842" y="0"/>
                    <a:pt x="9398" y="508"/>
                    <a:pt x="11303" y="3048"/>
                  </a:cubicBezTo>
                  <a:cubicBezTo>
                    <a:pt x="12319" y="4572"/>
                    <a:pt x="123952" y="159004"/>
                    <a:pt x="194945" y="183515"/>
                  </a:cubicBezTo>
                  <a:cubicBezTo>
                    <a:pt x="264668" y="207518"/>
                    <a:pt x="292735" y="203835"/>
                    <a:pt x="350012" y="188214"/>
                  </a:cubicBezTo>
                  <a:cubicBezTo>
                    <a:pt x="353060" y="187325"/>
                    <a:pt x="356235" y="189230"/>
                    <a:pt x="357124" y="192278"/>
                  </a:cubicBezTo>
                  <a:cubicBezTo>
                    <a:pt x="358013" y="195326"/>
                    <a:pt x="356108" y="198501"/>
                    <a:pt x="353060" y="199390"/>
                  </a:cubicBezTo>
                  <a:cubicBezTo>
                    <a:pt x="322961" y="207645"/>
                    <a:pt x="300228" y="212217"/>
                    <a:pt x="277241" y="2122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232615" y="4069075"/>
            <a:ext cx="733565" cy="1333390"/>
            <a:chOff x="0" y="0"/>
            <a:chExt cx="978086" cy="177785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-36957" y="-27051"/>
              <a:ext cx="1057275" cy="1839849"/>
            </a:xfrm>
            <a:custGeom>
              <a:avLst/>
              <a:gdLst/>
              <a:ahLst/>
              <a:cxnLst/>
              <a:rect r="r" b="b" t="t" l="l"/>
              <a:pathLst>
                <a:path h="1839849" w="1057275">
                  <a:moveTo>
                    <a:pt x="274066" y="1792859"/>
                  </a:moveTo>
                  <a:cubicBezTo>
                    <a:pt x="442341" y="1839849"/>
                    <a:pt x="617601" y="1745234"/>
                    <a:pt x="670560" y="1578737"/>
                  </a:cubicBezTo>
                  <a:lnTo>
                    <a:pt x="999109" y="479933"/>
                  </a:lnTo>
                  <a:cubicBezTo>
                    <a:pt x="1057275" y="295910"/>
                    <a:pt x="950849" y="100584"/>
                    <a:pt x="764794" y="49530"/>
                  </a:cubicBezTo>
                  <a:cubicBezTo>
                    <a:pt x="584200" y="0"/>
                    <a:pt x="479425" y="24003"/>
                    <a:pt x="429260" y="204470"/>
                  </a:cubicBezTo>
                  <a:lnTo>
                    <a:pt x="49530" y="1391158"/>
                  </a:lnTo>
                  <a:cubicBezTo>
                    <a:pt x="0" y="1564132"/>
                    <a:pt x="100838" y="1744345"/>
                    <a:pt x="274066" y="17927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39966" y="4935197"/>
            <a:ext cx="902952" cy="464472"/>
            <a:chOff x="0" y="0"/>
            <a:chExt cx="1203936" cy="6192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03960" cy="619379"/>
            </a:xfrm>
            <a:custGeom>
              <a:avLst/>
              <a:gdLst/>
              <a:ahLst/>
              <a:cxnLst/>
              <a:rect r="r" b="b" t="t" l="l"/>
              <a:pathLst>
                <a:path h="619379" w="1203960">
                  <a:moveTo>
                    <a:pt x="1054862" y="69469"/>
                  </a:moveTo>
                  <a:lnTo>
                    <a:pt x="63754" y="0"/>
                  </a:lnTo>
                  <a:lnTo>
                    <a:pt x="0" y="403479"/>
                  </a:lnTo>
                  <a:lnTo>
                    <a:pt x="1203960" y="619379"/>
                  </a:lnTo>
                  <a:lnTo>
                    <a:pt x="1054862" y="69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32276" y="4929823"/>
            <a:ext cx="155464" cy="307934"/>
            <a:chOff x="0" y="0"/>
            <a:chExt cx="207285" cy="41057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7264" cy="410591"/>
            </a:xfrm>
            <a:custGeom>
              <a:avLst/>
              <a:gdLst/>
              <a:ahLst/>
              <a:cxnLst/>
              <a:rect r="r" b="b" t="t" l="l"/>
              <a:pathLst>
                <a:path h="410591" w="207264">
                  <a:moveTo>
                    <a:pt x="207264" y="7112"/>
                  </a:moveTo>
                  <a:lnTo>
                    <a:pt x="75057" y="0"/>
                  </a:lnTo>
                  <a:lnTo>
                    <a:pt x="0" y="380111"/>
                  </a:lnTo>
                  <a:lnTo>
                    <a:pt x="143637" y="410591"/>
                  </a:lnTo>
                  <a:lnTo>
                    <a:pt x="207264" y="7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36165" y="4930814"/>
            <a:ext cx="55956" cy="307698"/>
            <a:chOff x="0" y="0"/>
            <a:chExt cx="74608" cy="4102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-381" y="-381"/>
              <a:ext cx="75311" cy="410718"/>
            </a:xfrm>
            <a:custGeom>
              <a:avLst/>
              <a:gdLst/>
              <a:ahLst/>
              <a:cxnLst/>
              <a:rect r="r" b="b" t="t" l="l"/>
              <a:pathLst>
                <a:path h="410718" w="75311">
                  <a:moveTo>
                    <a:pt x="6223" y="410591"/>
                  </a:moveTo>
                  <a:cubicBezTo>
                    <a:pt x="5969" y="410591"/>
                    <a:pt x="5588" y="410591"/>
                    <a:pt x="5334" y="410464"/>
                  </a:cubicBezTo>
                  <a:cubicBezTo>
                    <a:pt x="2159" y="409956"/>
                    <a:pt x="0" y="407035"/>
                    <a:pt x="508" y="403860"/>
                  </a:cubicBezTo>
                  <a:lnTo>
                    <a:pt x="63373" y="5334"/>
                  </a:lnTo>
                  <a:cubicBezTo>
                    <a:pt x="63881" y="2159"/>
                    <a:pt x="66802" y="0"/>
                    <a:pt x="69977" y="508"/>
                  </a:cubicBezTo>
                  <a:cubicBezTo>
                    <a:pt x="73152" y="1016"/>
                    <a:pt x="75311" y="3937"/>
                    <a:pt x="74803" y="7112"/>
                  </a:cubicBezTo>
                  <a:lnTo>
                    <a:pt x="11938" y="405765"/>
                  </a:lnTo>
                  <a:cubicBezTo>
                    <a:pt x="11430" y="408686"/>
                    <a:pt x="9017" y="410718"/>
                    <a:pt x="6223" y="410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2" id="182"/>
          <p:cNvSpPr/>
          <p:nvPr/>
        </p:nvSpPr>
        <p:spPr>
          <a:xfrm flipH="false" flipV="false" rot="0">
            <a:off x="12476827" y="4108433"/>
            <a:ext cx="629682" cy="1102694"/>
          </a:xfrm>
          <a:custGeom>
            <a:avLst/>
            <a:gdLst/>
            <a:ahLst/>
            <a:cxnLst/>
            <a:rect r="r" b="b" t="t" l="l"/>
            <a:pathLst>
              <a:path h="1102694" w="629682">
                <a:moveTo>
                  <a:pt x="0" y="0"/>
                </a:moveTo>
                <a:lnTo>
                  <a:pt x="629682" y="0"/>
                </a:lnTo>
                <a:lnTo>
                  <a:pt x="629682" y="1102694"/>
                </a:lnTo>
                <a:lnTo>
                  <a:pt x="0" y="110269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427919" y="3835105"/>
            <a:ext cx="1541465" cy="1575570"/>
          </a:xfrm>
          <a:custGeom>
            <a:avLst/>
            <a:gdLst/>
            <a:ahLst/>
            <a:cxnLst/>
            <a:rect r="r" b="b" t="t" l="l"/>
            <a:pathLst>
              <a:path h="1575570" w="1541465">
                <a:moveTo>
                  <a:pt x="0" y="0"/>
                </a:moveTo>
                <a:lnTo>
                  <a:pt x="1541465" y="0"/>
                </a:lnTo>
                <a:lnTo>
                  <a:pt x="1541465" y="1575570"/>
                </a:lnTo>
                <a:lnTo>
                  <a:pt x="0" y="157557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3257391" y="4426458"/>
            <a:ext cx="200372" cy="565225"/>
            <a:chOff x="0" y="0"/>
            <a:chExt cx="267163" cy="75363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-762" y="-762"/>
              <a:ext cx="268732" cy="754380"/>
            </a:xfrm>
            <a:custGeom>
              <a:avLst/>
              <a:gdLst/>
              <a:ahLst/>
              <a:cxnLst/>
              <a:rect r="r" b="b" t="t" l="l"/>
              <a:pathLst>
                <a:path h="754380" w="268732">
                  <a:moveTo>
                    <a:pt x="6604" y="754380"/>
                  </a:moveTo>
                  <a:cubicBezTo>
                    <a:pt x="5969" y="754380"/>
                    <a:pt x="5334" y="754253"/>
                    <a:pt x="4699" y="754126"/>
                  </a:cubicBezTo>
                  <a:cubicBezTo>
                    <a:pt x="1651" y="753110"/>
                    <a:pt x="0" y="749808"/>
                    <a:pt x="1143" y="746760"/>
                  </a:cubicBezTo>
                  <a:lnTo>
                    <a:pt x="256667" y="4699"/>
                  </a:lnTo>
                  <a:cubicBezTo>
                    <a:pt x="257683" y="1651"/>
                    <a:pt x="260985" y="0"/>
                    <a:pt x="264033" y="1143"/>
                  </a:cubicBezTo>
                  <a:cubicBezTo>
                    <a:pt x="267081" y="2286"/>
                    <a:pt x="268732" y="5461"/>
                    <a:pt x="267589" y="8509"/>
                  </a:cubicBezTo>
                  <a:lnTo>
                    <a:pt x="12065" y="750443"/>
                  </a:lnTo>
                  <a:cubicBezTo>
                    <a:pt x="11303" y="752856"/>
                    <a:pt x="9017" y="754380"/>
                    <a:pt x="6604" y="754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6" id="186"/>
          <p:cNvSpPr/>
          <p:nvPr/>
        </p:nvSpPr>
        <p:spPr>
          <a:xfrm flipH="false" flipV="false" rot="0">
            <a:off x="14503272" y="3766673"/>
            <a:ext cx="145461" cy="145461"/>
          </a:xfrm>
          <a:custGeom>
            <a:avLst/>
            <a:gdLst/>
            <a:ahLst/>
            <a:cxnLst/>
            <a:rect r="r" b="b" t="t" l="l"/>
            <a:pathLst>
              <a:path h="145461" w="145461">
                <a:moveTo>
                  <a:pt x="0" y="0"/>
                </a:moveTo>
                <a:lnTo>
                  <a:pt x="145461" y="0"/>
                </a:lnTo>
                <a:lnTo>
                  <a:pt x="145461" y="145461"/>
                </a:lnTo>
                <a:lnTo>
                  <a:pt x="0" y="145461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14483322" y="4280657"/>
            <a:ext cx="610460" cy="389497"/>
          </a:xfrm>
          <a:custGeom>
            <a:avLst/>
            <a:gdLst/>
            <a:ahLst/>
            <a:cxnLst/>
            <a:rect r="r" b="b" t="t" l="l"/>
            <a:pathLst>
              <a:path h="389497" w="610460">
                <a:moveTo>
                  <a:pt x="0" y="0"/>
                </a:moveTo>
                <a:lnTo>
                  <a:pt x="610460" y="0"/>
                </a:lnTo>
                <a:lnTo>
                  <a:pt x="610460" y="389497"/>
                </a:lnTo>
                <a:lnTo>
                  <a:pt x="0" y="38949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1224569" y="2562224"/>
            <a:ext cx="832942" cy="832942"/>
          </a:xfrm>
          <a:custGeom>
            <a:avLst/>
            <a:gdLst/>
            <a:ahLst/>
            <a:cxnLst/>
            <a:rect r="r" b="b" t="t" l="l"/>
            <a:pathLst>
              <a:path h="832942" w="832942">
                <a:moveTo>
                  <a:pt x="0" y="0"/>
                </a:moveTo>
                <a:lnTo>
                  <a:pt x="832942" y="0"/>
                </a:lnTo>
                <a:lnTo>
                  <a:pt x="832942" y="832941"/>
                </a:lnTo>
                <a:lnTo>
                  <a:pt x="0" y="832941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-4132802">
            <a:off x="10366775" y="4155732"/>
            <a:ext cx="235072" cy="235072"/>
            <a:chOff x="0" y="0"/>
            <a:chExt cx="313429" cy="31342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13436" cy="313563"/>
            </a:xfrm>
            <a:custGeom>
              <a:avLst/>
              <a:gdLst/>
              <a:ahLst/>
              <a:cxnLst/>
              <a:rect r="r" b="b" t="t" l="l"/>
              <a:pathLst>
                <a:path h="313563" w="313436">
                  <a:moveTo>
                    <a:pt x="313436" y="126365"/>
                  </a:moveTo>
                  <a:lnTo>
                    <a:pt x="313436" y="187071"/>
                  </a:lnTo>
                  <a:lnTo>
                    <a:pt x="187071" y="187071"/>
                  </a:lnTo>
                  <a:lnTo>
                    <a:pt x="187071" y="313563"/>
                  </a:lnTo>
                  <a:lnTo>
                    <a:pt x="126365" y="313563"/>
                  </a:lnTo>
                  <a:lnTo>
                    <a:pt x="126365" y="186944"/>
                  </a:lnTo>
                  <a:lnTo>
                    <a:pt x="0" y="186944"/>
                  </a:lnTo>
                  <a:lnTo>
                    <a:pt x="0" y="126365"/>
                  </a:lnTo>
                  <a:lnTo>
                    <a:pt x="126365" y="126365"/>
                  </a:lnTo>
                  <a:lnTo>
                    <a:pt x="126365" y="0"/>
                  </a:lnTo>
                  <a:lnTo>
                    <a:pt x="187071" y="0"/>
                  </a:lnTo>
                  <a:lnTo>
                    <a:pt x="187071" y="1263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90299" y="2836409"/>
            <a:ext cx="501542" cy="289328"/>
            <a:chOff x="0" y="0"/>
            <a:chExt cx="668723" cy="38577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8782" cy="385826"/>
            </a:xfrm>
            <a:custGeom>
              <a:avLst/>
              <a:gdLst/>
              <a:ahLst/>
              <a:cxnLst/>
              <a:rect r="r" b="b" t="t" l="l"/>
              <a:pathLst>
                <a:path h="385826" w="668782">
                  <a:moveTo>
                    <a:pt x="0" y="0"/>
                  </a:moveTo>
                  <a:lnTo>
                    <a:pt x="668782" y="0"/>
                  </a:lnTo>
                  <a:lnTo>
                    <a:pt x="668782" y="385826"/>
                  </a:lnTo>
                  <a:lnTo>
                    <a:pt x="0" y="3858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385511" y="2831653"/>
            <a:ext cx="511056" cy="154194"/>
            <a:chOff x="0" y="0"/>
            <a:chExt cx="681408" cy="205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-889" y="-889"/>
              <a:ext cx="683260" cy="206502"/>
            </a:xfrm>
            <a:custGeom>
              <a:avLst/>
              <a:gdLst/>
              <a:ahLst/>
              <a:cxnLst/>
              <a:rect r="r" b="b" t="t" l="l"/>
              <a:pathLst>
                <a:path h="206502" w="683260">
                  <a:moveTo>
                    <a:pt x="341630" y="206502"/>
                  </a:moveTo>
                  <a:cubicBezTo>
                    <a:pt x="340487" y="206502"/>
                    <a:pt x="339471" y="206248"/>
                    <a:pt x="338455" y="205613"/>
                  </a:cubicBezTo>
                  <a:cubicBezTo>
                    <a:pt x="335407" y="203835"/>
                    <a:pt x="33274" y="30480"/>
                    <a:pt x="3937" y="12700"/>
                  </a:cubicBezTo>
                  <a:cubicBezTo>
                    <a:pt x="889" y="10795"/>
                    <a:pt x="0" y="6985"/>
                    <a:pt x="1778" y="3937"/>
                  </a:cubicBezTo>
                  <a:cubicBezTo>
                    <a:pt x="3556" y="889"/>
                    <a:pt x="7493" y="0"/>
                    <a:pt x="10541" y="1778"/>
                  </a:cubicBezTo>
                  <a:cubicBezTo>
                    <a:pt x="38100" y="18669"/>
                    <a:pt x="308991" y="174117"/>
                    <a:pt x="341630" y="192786"/>
                  </a:cubicBezTo>
                  <a:lnTo>
                    <a:pt x="672846" y="1778"/>
                  </a:lnTo>
                  <a:cubicBezTo>
                    <a:pt x="675894" y="0"/>
                    <a:pt x="679704" y="1016"/>
                    <a:pt x="681482" y="4064"/>
                  </a:cubicBezTo>
                  <a:cubicBezTo>
                    <a:pt x="683260" y="7112"/>
                    <a:pt x="682244" y="10922"/>
                    <a:pt x="679196" y="12700"/>
                  </a:cubicBezTo>
                  <a:lnTo>
                    <a:pt x="344805" y="205613"/>
                  </a:lnTo>
                  <a:cubicBezTo>
                    <a:pt x="343789" y="206121"/>
                    <a:pt x="342773" y="206502"/>
                    <a:pt x="341630" y="206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5" id="195"/>
          <p:cNvSpPr txBox="true"/>
          <p:nvPr/>
        </p:nvSpPr>
        <p:spPr>
          <a:xfrm rot="0">
            <a:off x="3235452" y="4646295"/>
            <a:ext cx="692277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 Overview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3232405" y="2745914"/>
            <a:ext cx="5879710" cy="1684373"/>
            <a:chOff x="0" y="0"/>
            <a:chExt cx="7839613" cy="224583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7839613" cy="2245830"/>
            </a:xfrm>
            <a:custGeom>
              <a:avLst/>
              <a:gdLst/>
              <a:ahLst/>
              <a:cxnLst/>
              <a:rect r="r" b="b" t="t" l="l"/>
              <a:pathLst>
                <a:path h="2245830" w="7839613">
                  <a:moveTo>
                    <a:pt x="0" y="0"/>
                  </a:moveTo>
                  <a:lnTo>
                    <a:pt x="7839613" y="0"/>
                  </a:lnTo>
                  <a:lnTo>
                    <a:pt x="7839613" y="2245830"/>
                  </a:lnTo>
                  <a:lnTo>
                    <a:pt x="0" y="2245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14325"/>
              <a:ext cx="7839613" cy="25601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039"/>
                </a:lnSpc>
              </a:pPr>
              <a:r>
                <a:rPr lang="en-US" sz="89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5096" y="1220084"/>
            <a:ext cx="12959713" cy="1296000"/>
            <a:chOff x="0" y="0"/>
            <a:chExt cx="17279618" cy="172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79618" cy="1728000"/>
            </a:xfrm>
            <a:custGeom>
              <a:avLst/>
              <a:gdLst/>
              <a:ahLst/>
              <a:cxnLst/>
              <a:rect r="r" b="b" t="t" l="l"/>
              <a:pathLst>
                <a:path h="1728000" w="17279618">
                  <a:moveTo>
                    <a:pt x="0" y="0"/>
                  </a:moveTo>
                  <a:lnTo>
                    <a:pt x="17279618" y="0"/>
                  </a:lnTo>
                  <a:lnTo>
                    <a:pt x="17279618" y="1728000"/>
                  </a:lnTo>
                  <a:lnTo>
                    <a:pt x="0" y="172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7279618" cy="1728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320" b="true">
                  <a:solidFill>
                    <a:srgbClr val="33333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 Stack Overview</a:t>
              </a: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858130" y="3149820"/>
            <a:ext cx="4571606" cy="2977810"/>
            <a:chOff x="0" y="0"/>
            <a:chExt cx="6095475" cy="39704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5492" cy="3970401"/>
            </a:xfrm>
            <a:custGeom>
              <a:avLst/>
              <a:gdLst/>
              <a:ahLst/>
              <a:cxnLst/>
              <a:rect r="r" b="b" t="t" l="l"/>
              <a:pathLst>
                <a:path h="3970401" w="6095492">
                  <a:moveTo>
                    <a:pt x="0" y="0"/>
                  </a:moveTo>
                  <a:lnTo>
                    <a:pt x="6095492" y="0"/>
                  </a:lnTo>
                  <a:lnTo>
                    <a:pt x="6095492" y="3970401"/>
                  </a:lnTo>
                  <a:lnTo>
                    <a:pt x="0" y="3970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5136" t="0" r="-15136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828991" y="3151344"/>
            <a:ext cx="4822639" cy="2977810"/>
            <a:chOff x="0" y="0"/>
            <a:chExt cx="6430186" cy="397041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30137" cy="3970401"/>
            </a:xfrm>
            <a:custGeom>
              <a:avLst/>
              <a:gdLst/>
              <a:ahLst/>
              <a:cxnLst/>
              <a:rect r="r" b="b" t="t" l="l"/>
              <a:pathLst>
                <a:path h="3970401" w="6430137">
                  <a:moveTo>
                    <a:pt x="0" y="0"/>
                  </a:moveTo>
                  <a:lnTo>
                    <a:pt x="6430137" y="0"/>
                  </a:lnTo>
                  <a:lnTo>
                    <a:pt x="6430137" y="3970401"/>
                  </a:lnTo>
                  <a:lnTo>
                    <a:pt x="0" y="3970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40577" r="0" b="-21374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1636573" y="3149820"/>
            <a:ext cx="3977806" cy="2976444"/>
            <a:chOff x="0" y="0"/>
            <a:chExt cx="5303741" cy="3968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3774" cy="3968623"/>
            </a:xfrm>
            <a:custGeom>
              <a:avLst/>
              <a:gdLst/>
              <a:ahLst/>
              <a:cxnLst/>
              <a:rect r="r" b="b" t="t" l="l"/>
              <a:pathLst>
                <a:path h="3968623" w="5303774">
                  <a:moveTo>
                    <a:pt x="0" y="0"/>
                  </a:moveTo>
                  <a:lnTo>
                    <a:pt x="5303774" y="0"/>
                  </a:lnTo>
                  <a:lnTo>
                    <a:pt x="5303774" y="3968623"/>
                  </a:lnTo>
                  <a:lnTo>
                    <a:pt x="0" y="3968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24826" t="0" r="-2482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38902" y="5615622"/>
            <a:ext cx="1019969" cy="1019969"/>
            <a:chOff x="0" y="0"/>
            <a:chExt cx="1359958" cy="13599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9916" cy="1359916"/>
            </a:xfrm>
            <a:custGeom>
              <a:avLst/>
              <a:gdLst/>
              <a:ahLst/>
              <a:cxnLst/>
              <a:rect r="r" b="b" t="t" l="l"/>
              <a:pathLst>
                <a:path h="1359916" w="1359916">
                  <a:moveTo>
                    <a:pt x="0" y="679958"/>
                  </a:moveTo>
                  <a:cubicBezTo>
                    <a:pt x="0" y="304419"/>
                    <a:pt x="304419" y="0"/>
                    <a:pt x="679958" y="0"/>
                  </a:cubicBezTo>
                  <a:cubicBezTo>
                    <a:pt x="1055497" y="0"/>
                    <a:pt x="1359916" y="304419"/>
                    <a:pt x="1359916" y="679958"/>
                  </a:cubicBezTo>
                  <a:cubicBezTo>
                    <a:pt x="1359916" y="1055497"/>
                    <a:pt x="1055497" y="1359916"/>
                    <a:pt x="679958" y="1359916"/>
                  </a:cubicBezTo>
                  <a:cubicBezTo>
                    <a:pt x="304419" y="1359916"/>
                    <a:pt x="0" y="1055497"/>
                    <a:pt x="0" y="679958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359958" cy="136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5"/>
                </a:lnSpc>
              </a:pPr>
              <a:r>
                <a:rPr lang="en-US" sz="2879" b="true">
                  <a:solidFill>
                    <a:srgbClr val="1A8E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383184" y="5617908"/>
            <a:ext cx="1019969" cy="1019969"/>
            <a:chOff x="0" y="0"/>
            <a:chExt cx="1359958" cy="13599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9916" cy="1359916"/>
            </a:xfrm>
            <a:custGeom>
              <a:avLst/>
              <a:gdLst/>
              <a:ahLst/>
              <a:cxnLst/>
              <a:rect r="r" b="b" t="t" l="l"/>
              <a:pathLst>
                <a:path h="1359916" w="1359916">
                  <a:moveTo>
                    <a:pt x="0" y="679958"/>
                  </a:moveTo>
                  <a:cubicBezTo>
                    <a:pt x="0" y="304419"/>
                    <a:pt x="304419" y="0"/>
                    <a:pt x="679958" y="0"/>
                  </a:cubicBezTo>
                  <a:cubicBezTo>
                    <a:pt x="1055497" y="0"/>
                    <a:pt x="1359916" y="304419"/>
                    <a:pt x="1359916" y="679958"/>
                  </a:cubicBezTo>
                  <a:cubicBezTo>
                    <a:pt x="1359916" y="1055497"/>
                    <a:pt x="1055497" y="1359916"/>
                    <a:pt x="679958" y="1359916"/>
                  </a:cubicBezTo>
                  <a:cubicBezTo>
                    <a:pt x="304419" y="1359916"/>
                    <a:pt x="0" y="1055497"/>
                    <a:pt x="0" y="679958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359958" cy="136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5"/>
                </a:lnSpc>
              </a:pPr>
              <a:r>
                <a:rPr lang="en-US" sz="2879" b="true">
                  <a:solidFill>
                    <a:srgbClr val="1A8E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94619" y="5615622"/>
            <a:ext cx="1019969" cy="1019969"/>
            <a:chOff x="0" y="0"/>
            <a:chExt cx="1359958" cy="13599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59916" cy="1359916"/>
            </a:xfrm>
            <a:custGeom>
              <a:avLst/>
              <a:gdLst/>
              <a:ahLst/>
              <a:cxnLst/>
              <a:rect r="r" b="b" t="t" l="l"/>
              <a:pathLst>
                <a:path h="1359916" w="1359916">
                  <a:moveTo>
                    <a:pt x="0" y="679958"/>
                  </a:moveTo>
                  <a:cubicBezTo>
                    <a:pt x="0" y="304419"/>
                    <a:pt x="304419" y="0"/>
                    <a:pt x="679958" y="0"/>
                  </a:cubicBezTo>
                  <a:cubicBezTo>
                    <a:pt x="1055497" y="0"/>
                    <a:pt x="1359916" y="304419"/>
                    <a:pt x="1359916" y="679958"/>
                  </a:cubicBezTo>
                  <a:cubicBezTo>
                    <a:pt x="1359916" y="1055497"/>
                    <a:pt x="1055497" y="1359916"/>
                    <a:pt x="679958" y="1359916"/>
                  </a:cubicBezTo>
                  <a:cubicBezTo>
                    <a:pt x="304419" y="1359916"/>
                    <a:pt x="0" y="1055497"/>
                    <a:pt x="0" y="679958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59958" cy="136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5"/>
                </a:lnSpc>
              </a:pPr>
              <a:r>
                <a:rPr lang="en-US" sz="2879" b="true">
                  <a:solidFill>
                    <a:srgbClr val="1A8E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535850" y="7289335"/>
            <a:ext cx="2714294" cy="8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728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Detect and address technical debt in the codebase.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35850" y="6656119"/>
            <a:ext cx="2714294" cy="53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1679" b="true">
                <a:solidFill>
                  <a:srgbClr val="1A8ED6"/>
                </a:solidFill>
                <a:latin typeface="Inter Bold"/>
                <a:ea typeface="Inter Bold"/>
                <a:cs typeface="Inter Bold"/>
                <a:sym typeface="Inter Bold"/>
              </a:rPr>
              <a:t>Identify code smells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91568" y="7289335"/>
            <a:ext cx="2714294" cy="8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728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Enhance variable and function naming for better understanding.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91568" y="6694219"/>
            <a:ext cx="2714294" cy="4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728" b="true">
                <a:solidFill>
                  <a:srgbClr val="1A8ED6"/>
                </a:solidFill>
                <a:latin typeface="Inter Bold"/>
                <a:ea typeface="Inter Bold"/>
                <a:cs typeface="Inter Bold"/>
                <a:sym typeface="Inter Bold"/>
              </a:rPr>
              <a:t>Improve code readability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47286" y="7289335"/>
            <a:ext cx="2714294" cy="8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728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Refactor complex logic into simpler, modular components.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47286" y="6694219"/>
            <a:ext cx="2714294" cy="4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728" b="true">
                <a:solidFill>
                  <a:srgbClr val="1A8ED6"/>
                </a:solidFill>
                <a:latin typeface="Inter Bold"/>
                <a:ea typeface="Inter Bold"/>
                <a:cs typeface="Inter Bold"/>
                <a:sym typeface="Inter Bold"/>
              </a:rPr>
              <a:t>Optimize code structure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190" y="1460700"/>
            <a:ext cx="8279752" cy="864000"/>
            <a:chOff x="0" y="0"/>
            <a:chExt cx="11039669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9669" cy="1152000"/>
            </a:xfrm>
            <a:custGeom>
              <a:avLst/>
              <a:gdLst/>
              <a:ahLst/>
              <a:cxnLst/>
              <a:rect r="r" b="b" t="t" l="l"/>
              <a:pathLst>
                <a:path h="1152000" w="11039669">
                  <a:moveTo>
                    <a:pt x="0" y="0"/>
                  </a:moveTo>
                  <a:lnTo>
                    <a:pt x="11039669" y="0"/>
                  </a:lnTo>
                  <a:lnTo>
                    <a:pt x="11039669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39669" cy="115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33333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</a:t>
              </a: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745000" y="2014253"/>
            <a:ext cx="5539577" cy="6938104"/>
            <a:chOff x="0" y="0"/>
            <a:chExt cx="8773160" cy="1098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3160" cy="10988040"/>
            </a:xfrm>
            <a:custGeom>
              <a:avLst/>
              <a:gdLst/>
              <a:ahLst/>
              <a:cxnLst/>
              <a:rect r="r" b="b" t="t" l="l"/>
              <a:pathLst>
                <a:path h="10988040" w="8773160">
                  <a:moveTo>
                    <a:pt x="0" y="0"/>
                  </a:moveTo>
                  <a:lnTo>
                    <a:pt x="8773160" y="0"/>
                  </a:lnTo>
                  <a:lnTo>
                    <a:pt x="8773160" y="10988040"/>
                  </a:lnTo>
                  <a:lnTo>
                    <a:pt x="0" y="1098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1091" t="-1520" r="-32235" b="-239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742098" y="2400300"/>
            <a:ext cx="5228237" cy="554047"/>
            <a:chOff x="0" y="0"/>
            <a:chExt cx="6970982" cy="738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Flask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655570" y="2472684"/>
            <a:ext cx="739625" cy="739625"/>
            <a:chOff x="0" y="0"/>
            <a:chExt cx="986166" cy="986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750410" y="4222912"/>
            <a:ext cx="6139588" cy="69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AI integration for chat and code analysis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750410" y="3783280"/>
            <a:ext cx="5228237" cy="554047"/>
            <a:chOff x="0" y="0"/>
            <a:chExt cx="6970982" cy="7387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Azure OpenAI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63120" y="3854902"/>
            <a:ext cx="739625" cy="739625"/>
            <a:chOff x="0" y="0"/>
            <a:chExt cx="986166" cy="9861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733584" y="5120065"/>
            <a:ext cx="5228237" cy="554047"/>
            <a:chOff x="0" y="0"/>
            <a:chExt cx="6970982" cy="7387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LangChain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647056" y="5192449"/>
            <a:ext cx="739625" cy="739625"/>
            <a:chOff x="0" y="0"/>
            <a:chExt cx="986166" cy="9861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750410" y="6332220"/>
            <a:ext cx="5228237" cy="554047"/>
            <a:chOff x="0" y="0"/>
            <a:chExt cx="6970982" cy="7387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ChromaDB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663882" y="6404604"/>
            <a:ext cx="739625" cy="739625"/>
            <a:chOff x="0" y="0"/>
            <a:chExt cx="986166" cy="9861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750410" y="7529672"/>
            <a:ext cx="5228237" cy="554047"/>
            <a:chOff x="0" y="0"/>
            <a:chExt cx="6970982" cy="7387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Other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663882" y="7602056"/>
            <a:ext cx="739625" cy="739625"/>
            <a:chOff x="0" y="0"/>
            <a:chExt cx="986166" cy="9861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742860" y="2840694"/>
            <a:ext cx="5801129" cy="69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Python web framework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34346" y="5560458"/>
            <a:ext cx="6156414" cy="69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Advanced prompt management and AI workflows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751172" y="6772613"/>
            <a:ext cx="5227676" cy="69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Vector database for semantic search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751172" y="7970065"/>
            <a:ext cx="5227676" cy="69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Flasgger, Flask-CORS, PyPDF2, pyttsx3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25252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190" y="1460700"/>
            <a:ext cx="8279752" cy="864000"/>
            <a:chOff x="0" y="0"/>
            <a:chExt cx="11039669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9669" cy="1152000"/>
            </a:xfrm>
            <a:custGeom>
              <a:avLst/>
              <a:gdLst/>
              <a:ahLst/>
              <a:cxnLst/>
              <a:rect r="r" b="b" t="t" l="l"/>
              <a:pathLst>
                <a:path h="1152000" w="11039669">
                  <a:moveTo>
                    <a:pt x="0" y="0"/>
                  </a:moveTo>
                  <a:lnTo>
                    <a:pt x="11039669" y="0"/>
                  </a:lnTo>
                  <a:lnTo>
                    <a:pt x="11039669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39669" cy="115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33333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</a:t>
              </a: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520477" y="1733047"/>
            <a:ext cx="5764100" cy="7219310"/>
            <a:chOff x="0" y="0"/>
            <a:chExt cx="8773160" cy="1098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3160" cy="10988040"/>
            </a:xfrm>
            <a:custGeom>
              <a:avLst/>
              <a:gdLst/>
              <a:ahLst/>
              <a:cxnLst/>
              <a:rect r="r" b="b" t="t" l="l"/>
              <a:pathLst>
                <a:path h="10988040" w="8773160">
                  <a:moveTo>
                    <a:pt x="0" y="0"/>
                  </a:moveTo>
                  <a:lnTo>
                    <a:pt x="8773160" y="0"/>
                  </a:lnTo>
                  <a:lnTo>
                    <a:pt x="8773160" y="10988040"/>
                  </a:lnTo>
                  <a:lnTo>
                    <a:pt x="0" y="1098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12623" t="0" r="-12623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742098" y="2400300"/>
            <a:ext cx="5228237" cy="554047"/>
            <a:chOff x="0" y="0"/>
            <a:chExt cx="6970982" cy="738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React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655570" y="2472684"/>
            <a:ext cx="739625" cy="739625"/>
            <a:chOff x="0" y="0"/>
            <a:chExt cx="986166" cy="986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750410" y="4222912"/>
            <a:ext cx="6139588" cy="69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HTTP client for API requests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750410" y="3783280"/>
            <a:ext cx="5228237" cy="554047"/>
            <a:chOff x="0" y="0"/>
            <a:chExt cx="6970982" cy="7387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Axios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63120" y="3854902"/>
            <a:ext cx="739625" cy="739625"/>
            <a:chOff x="0" y="0"/>
            <a:chExt cx="986166" cy="9861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742860" y="2840694"/>
            <a:ext cx="5801129" cy="69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Modern UI framework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25252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663190" y="1460700"/>
            <a:ext cx="8279752" cy="864000"/>
            <a:chOff x="0" y="0"/>
            <a:chExt cx="11039669" cy="115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9669" cy="1152000"/>
            </a:xfrm>
            <a:custGeom>
              <a:avLst/>
              <a:gdLst/>
              <a:ahLst/>
              <a:cxnLst/>
              <a:rect r="r" b="b" t="t" l="l"/>
              <a:pathLst>
                <a:path h="1152000" w="11039669">
                  <a:moveTo>
                    <a:pt x="0" y="0"/>
                  </a:moveTo>
                  <a:lnTo>
                    <a:pt x="11039669" y="0"/>
                  </a:lnTo>
                  <a:lnTo>
                    <a:pt x="11039669" y="1152000"/>
                  </a:lnTo>
                  <a:lnTo>
                    <a:pt x="0" y="115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39669" cy="115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799" b="true">
                  <a:solidFill>
                    <a:srgbClr val="33333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Deployment</a:t>
              </a: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612988" y="1873650"/>
            <a:ext cx="5671589" cy="7103443"/>
            <a:chOff x="0" y="0"/>
            <a:chExt cx="8773160" cy="1098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3160" cy="10988040"/>
            </a:xfrm>
            <a:custGeom>
              <a:avLst/>
              <a:gdLst/>
              <a:ahLst/>
              <a:cxnLst/>
              <a:rect r="r" b="b" t="t" l="l"/>
              <a:pathLst>
                <a:path h="10988040" w="8773160">
                  <a:moveTo>
                    <a:pt x="0" y="0"/>
                  </a:moveTo>
                  <a:lnTo>
                    <a:pt x="8773160" y="0"/>
                  </a:lnTo>
                  <a:lnTo>
                    <a:pt x="8773160" y="10988040"/>
                  </a:lnTo>
                  <a:lnTo>
                    <a:pt x="0" y="1098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12623" t="0" r="-12623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742098" y="2400300"/>
            <a:ext cx="5228237" cy="554047"/>
            <a:chOff x="0" y="0"/>
            <a:chExt cx="6970982" cy="738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Docker &amp; Docker Compose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655570" y="2472684"/>
            <a:ext cx="739625" cy="739625"/>
            <a:chOff x="0" y="0"/>
            <a:chExt cx="986166" cy="986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750410" y="4222912"/>
            <a:ext cx="6139588" cy="69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Load balancing and static file serving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750410" y="3783280"/>
            <a:ext cx="5228237" cy="554047"/>
            <a:chOff x="0" y="0"/>
            <a:chExt cx="6970982" cy="7387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0982" cy="738730"/>
            </a:xfrm>
            <a:custGeom>
              <a:avLst/>
              <a:gdLst/>
              <a:ahLst/>
              <a:cxnLst/>
              <a:rect r="r" b="b" t="t" l="l"/>
              <a:pathLst>
                <a:path h="73873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38730"/>
                  </a:lnTo>
                  <a:lnTo>
                    <a:pt x="0" y="7387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970982" cy="738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Nginx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63120" y="3854902"/>
            <a:ext cx="739625" cy="739625"/>
            <a:chOff x="0" y="0"/>
            <a:chExt cx="986166" cy="9861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742098" y="5163060"/>
            <a:ext cx="5228237" cy="571500"/>
            <a:chOff x="0" y="0"/>
            <a:chExt cx="6970982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70982" cy="762000"/>
            </a:xfrm>
            <a:custGeom>
              <a:avLst/>
              <a:gdLst/>
              <a:ahLst/>
              <a:cxnLst/>
              <a:rect r="r" b="b" t="t" l="l"/>
              <a:pathLst>
                <a:path h="762000" w="6970982">
                  <a:moveTo>
                    <a:pt x="0" y="0"/>
                  </a:moveTo>
                  <a:lnTo>
                    <a:pt x="6970982" y="0"/>
                  </a:lnTo>
                  <a:lnTo>
                    <a:pt x="6970982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970982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640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AWS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2364179" y="1733047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6"/>
                </a:lnTo>
                <a:lnTo>
                  <a:pt x="0" y="2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2647056" y="5192449"/>
            <a:ext cx="739625" cy="739625"/>
            <a:chOff x="0" y="0"/>
            <a:chExt cx="986166" cy="9861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6155" cy="986155"/>
            </a:xfrm>
            <a:custGeom>
              <a:avLst/>
              <a:gdLst/>
              <a:ahLst/>
              <a:cxnLst/>
              <a:rect r="r" b="b" t="t" l="l"/>
              <a:pathLst>
                <a:path h="986155" w="986155">
                  <a:moveTo>
                    <a:pt x="10160" y="0"/>
                  </a:moveTo>
                  <a:lnTo>
                    <a:pt x="975995" y="0"/>
                  </a:lnTo>
                  <a:cubicBezTo>
                    <a:pt x="981583" y="0"/>
                    <a:pt x="986155" y="4572"/>
                    <a:pt x="986155" y="10160"/>
                  </a:cubicBezTo>
                  <a:lnTo>
                    <a:pt x="986155" y="975995"/>
                  </a:lnTo>
                  <a:cubicBezTo>
                    <a:pt x="986155" y="981583"/>
                    <a:pt x="981583" y="986155"/>
                    <a:pt x="975995" y="986155"/>
                  </a:cubicBezTo>
                  <a:lnTo>
                    <a:pt x="10160" y="986155"/>
                  </a:lnTo>
                  <a:cubicBezTo>
                    <a:pt x="4572" y="986155"/>
                    <a:pt x="0" y="981583"/>
                    <a:pt x="0" y="97599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975995"/>
                  </a:lnTo>
                  <a:lnTo>
                    <a:pt x="10160" y="975995"/>
                  </a:lnTo>
                  <a:lnTo>
                    <a:pt x="10160" y="965835"/>
                  </a:lnTo>
                  <a:lnTo>
                    <a:pt x="975995" y="965835"/>
                  </a:lnTo>
                  <a:lnTo>
                    <a:pt x="975995" y="975995"/>
                  </a:lnTo>
                  <a:lnTo>
                    <a:pt x="965835" y="975995"/>
                  </a:lnTo>
                  <a:lnTo>
                    <a:pt x="965835" y="10160"/>
                  </a:lnTo>
                  <a:lnTo>
                    <a:pt x="975995" y="10160"/>
                  </a:lnTo>
                  <a:lnTo>
                    <a:pt x="975995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86166" cy="98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742860" y="2840694"/>
            <a:ext cx="5801129" cy="69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Containerization and orchestration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50410" y="5601210"/>
            <a:ext cx="6139588" cy="406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>
                <a:solidFill>
                  <a:srgbClr val="525252"/>
                </a:solidFill>
                <a:latin typeface="Inter"/>
                <a:ea typeface="Inter"/>
                <a:cs typeface="Inter"/>
                <a:sym typeface="Inter"/>
              </a:rPr>
              <a:t>EC2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25252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19507200" y="0"/>
                  </a:moveTo>
                  <a:lnTo>
                    <a:pt x="0" y="0"/>
                  </a:lnTo>
                  <a:lnTo>
                    <a:pt x="0" y="1404747"/>
                  </a:lnTo>
                  <a:lnTo>
                    <a:pt x="1950720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12880" y="8554357"/>
            <a:ext cx="1264920" cy="354290"/>
            <a:chOff x="0" y="0"/>
            <a:chExt cx="1686560" cy="472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686560" y="0"/>
                  </a:moveTo>
                  <a:lnTo>
                    <a:pt x="1450848" y="0"/>
                  </a:lnTo>
                  <a:lnTo>
                    <a:pt x="1214120" y="235712"/>
                  </a:lnTo>
                  <a:lnTo>
                    <a:pt x="1450848" y="472440"/>
                  </a:lnTo>
                  <a:lnTo>
                    <a:pt x="1686560" y="472440"/>
                  </a:lnTo>
                  <a:lnTo>
                    <a:pt x="1450848" y="235712"/>
                  </a:lnTo>
                  <a:lnTo>
                    <a:pt x="1686560" y="0"/>
                  </a:lnTo>
                  <a:close/>
                  <a:moveTo>
                    <a:pt x="1282192" y="0"/>
                  </a:moveTo>
                  <a:lnTo>
                    <a:pt x="1045464" y="0"/>
                  </a:lnTo>
                  <a:lnTo>
                    <a:pt x="809752" y="235712"/>
                  </a:lnTo>
                  <a:lnTo>
                    <a:pt x="1045464" y="472440"/>
                  </a:lnTo>
                  <a:lnTo>
                    <a:pt x="1282192" y="472440"/>
                  </a:lnTo>
                  <a:lnTo>
                    <a:pt x="1045464" y="235712"/>
                  </a:lnTo>
                  <a:lnTo>
                    <a:pt x="1282192" y="0"/>
                  </a:lnTo>
                  <a:close/>
                  <a:moveTo>
                    <a:pt x="876808" y="0"/>
                  </a:moveTo>
                  <a:lnTo>
                    <a:pt x="641096" y="0"/>
                  </a:lnTo>
                  <a:lnTo>
                    <a:pt x="404368" y="235712"/>
                  </a:lnTo>
                  <a:lnTo>
                    <a:pt x="641096" y="472440"/>
                  </a:lnTo>
                  <a:lnTo>
                    <a:pt x="876808" y="472440"/>
                  </a:lnTo>
                  <a:lnTo>
                    <a:pt x="641096" y="235712"/>
                  </a:lnTo>
                  <a:lnTo>
                    <a:pt x="876808" y="0"/>
                  </a:lnTo>
                  <a:close/>
                  <a:moveTo>
                    <a:pt x="472440" y="0"/>
                  </a:moveTo>
                  <a:lnTo>
                    <a:pt x="235712" y="0"/>
                  </a:lnTo>
                  <a:lnTo>
                    <a:pt x="0" y="235712"/>
                  </a:lnTo>
                  <a:lnTo>
                    <a:pt x="235712" y="472440"/>
                  </a:lnTo>
                  <a:lnTo>
                    <a:pt x="472440" y="472440"/>
                  </a:lnTo>
                  <a:lnTo>
                    <a:pt x="235712" y="235712"/>
                  </a:lnTo>
                  <a:lnTo>
                    <a:pt x="4724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845969" y="2659147"/>
            <a:ext cx="5380391" cy="4848863"/>
          </a:xfrm>
          <a:custGeom>
            <a:avLst/>
            <a:gdLst/>
            <a:ahLst/>
            <a:cxnLst/>
            <a:rect r="r" b="b" t="t" l="l"/>
            <a:pathLst>
              <a:path h="4848863" w="5380391">
                <a:moveTo>
                  <a:pt x="0" y="0"/>
                </a:moveTo>
                <a:lnTo>
                  <a:pt x="5380391" y="0"/>
                </a:lnTo>
                <a:lnTo>
                  <a:pt x="5380391" y="4848863"/>
                </a:lnTo>
                <a:lnTo>
                  <a:pt x="0" y="48488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149937" y="6134172"/>
            <a:ext cx="4662516" cy="2237232"/>
            <a:chOff x="0" y="0"/>
            <a:chExt cx="6216688" cy="29829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6196330" cy="2962656"/>
            </a:xfrm>
            <a:custGeom>
              <a:avLst/>
              <a:gdLst/>
              <a:ahLst/>
              <a:cxnLst/>
              <a:rect r="r" b="b" t="t" l="l"/>
              <a:pathLst>
                <a:path h="2962656" w="6196330">
                  <a:moveTo>
                    <a:pt x="0" y="0"/>
                  </a:moveTo>
                  <a:lnTo>
                    <a:pt x="6196330" y="0"/>
                  </a:lnTo>
                  <a:lnTo>
                    <a:pt x="619633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6650" cy="2982976"/>
            </a:xfrm>
            <a:custGeom>
              <a:avLst/>
              <a:gdLst/>
              <a:ahLst/>
              <a:cxnLst/>
              <a:rect r="r" b="b" t="t" l="l"/>
              <a:pathLst>
                <a:path h="2982976" w="6216650">
                  <a:moveTo>
                    <a:pt x="10160" y="0"/>
                  </a:moveTo>
                  <a:lnTo>
                    <a:pt x="6206490" y="0"/>
                  </a:lnTo>
                  <a:cubicBezTo>
                    <a:pt x="6212078" y="0"/>
                    <a:pt x="6216650" y="4572"/>
                    <a:pt x="6216650" y="10160"/>
                  </a:cubicBezTo>
                  <a:lnTo>
                    <a:pt x="6216650" y="2972816"/>
                  </a:lnTo>
                  <a:cubicBezTo>
                    <a:pt x="6216650" y="2978404"/>
                    <a:pt x="6212078" y="2982976"/>
                    <a:pt x="6206490" y="2982976"/>
                  </a:cubicBezTo>
                  <a:lnTo>
                    <a:pt x="10160" y="2982976"/>
                  </a:lnTo>
                  <a:cubicBezTo>
                    <a:pt x="4572" y="2982976"/>
                    <a:pt x="0" y="2978404"/>
                    <a:pt x="0" y="297281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2972816"/>
                  </a:lnTo>
                  <a:lnTo>
                    <a:pt x="10160" y="2972816"/>
                  </a:lnTo>
                  <a:lnTo>
                    <a:pt x="10160" y="2962656"/>
                  </a:lnTo>
                  <a:lnTo>
                    <a:pt x="6206490" y="2962656"/>
                  </a:lnTo>
                  <a:lnTo>
                    <a:pt x="6206490" y="2972816"/>
                  </a:lnTo>
                  <a:lnTo>
                    <a:pt x="6196330" y="2972816"/>
                  </a:lnTo>
                  <a:lnTo>
                    <a:pt x="6196330" y="10160"/>
                  </a:lnTo>
                  <a:lnTo>
                    <a:pt x="6206490" y="10160"/>
                  </a:lnTo>
                  <a:lnTo>
                    <a:pt x="620649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54636" y="6472892"/>
            <a:ext cx="4653120" cy="20909"/>
            <a:chOff x="0" y="0"/>
            <a:chExt cx="6204160" cy="278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204" cy="27940"/>
            </a:xfrm>
            <a:custGeom>
              <a:avLst/>
              <a:gdLst/>
              <a:ahLst/>
              <a:cxnLst/>
              <a:rect r="r" b="b" t="t" l="l"/>
              <a:pathLst>
                <a:path h="27940" w="6204204">
                  <a:moveTo>
                    <a:pt x="6200267" y="27940"/>
                  </a:moveTo>
                  <a:lnTo>
                    <a:pt x="3937" y="27940"/>
                  </a:lnTo>
                  <a:cubicBezTo>
                    <a:pt x="1778" y="27940"/>
                    <a:pt x="0" y="21590"/>
                    <a:pt x="0" y="13970"/>
                  </a:cubicBezTo>
                  <a:cubicBezTo>
                    <a:pt x="0" y="6350"/>
                    <a:pt x="1778" y="0"/>
                    <a:pt x="3937" y="0"/>
                  </a:cubicBezTo>
                  <a:lnTo>
                    <a:pt x="6200267" y="0"/>
                  </a:lnTo>
                  <a:cubicBezTo>
                    <a:pt x="6202426" y="0"/>
                    <a:pt x="6204204" y="6223"/>
                    <a:pt x="6204204" y="13970"/>
                  </a:cubicBezTo>
                  <a:cubicBezTo>
                    <a:pt x="6204204" y="21717"/>
                    <a:pt x="6202426" y="27940"/>
                    <a:pt x="6200267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52968" y="6223599"/>
            <a:ext cx="163028" cy="163028"/>
            <a:chOff x="0" y="0"/>
            <a:chExt cx="217371" cy="2173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0204" y="6223528"/>
            <a:ext cx="163028" cy="163028"/>
            <a:chOff x="0" y="0"/>
            <a:chExt cx="217371" cy="2173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07825" y="6223592"/>
            <a:ext cx="163028" cy="163028"/>
            <a:chOff x="0" y="0"/>
            <a:chExt cx="217371" cy="217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62001" y="7014155"/>
            <a:ext cx="642190" cy="642276"/>
            <a:chOff x="0" y="0"/>
            <a:chExt cx="856253" cy="856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81499" y="7124797"/>
            <a:ext cx="653620" cy="653706"/>
            <a:chOff x="0" y="0"/>
            <a:chExt cx="871493" cy="871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7620" y="762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474" cy="871601"/>
            </a:xfrm>
            <a:custGeom>
              <a:avLst/>
              <a:gdLst/>
              <a:ahLst/>
              <a:cxnLst/>
              <a:rect r="r" b="b" t="t" l="l"/>
              <a:pathLst>
                <a:path h="871601" w="871474">
                  <a:moveTo>
                    <a:pt x="7620" y="0"/>
                  </a:moveTo>
                  <a:lnTo>
                    <a:pt x="863854" y="0"/>
                  </a:lnTo>
                  <a:cubicBezTo>
                    <a:pt x="868045" y="0"/>
                    <a:pt x="871474" y="3429"/>
                    <a:pt x="871474" y="7620"/>
                  </a:cubicBezTo>
                  <a:lnTo>
                    <a:pt x="871474" y="863981"/>
                  </a:lnTo>
                  <a:cubicBezTo>
                    <a:pt x="871474" y="868172"/>
                    <a:pt x="868045" y="871601"/>
                    <a:pt x="863854" y="871601"/>
                  </a:cubicBezTo>
                  <a:lnTo>
                    <a:pt x="7620" y="871601"/>
                  </a:lnTo>
                  <a:cubicBezTo>
                    <a:pt x="3429" y="871601"/>
                    <a:pt x="0" y="868172"/>
                    <a:pt x="0" y="86398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63981"/>
                  </a:lnTo>
                  <a:lnTo>
                    <a:pt x="7620" y="863981"/>
                  </a:lnTo>
                  <a:lnTo>
                    <a:pt x="7620" y="856361"/>
                  </a:lnTo>
                  <a:lnTo>
                    <a:pt x="863854" y="856361"/>
                  </a:lnTo>
                  <a:lnTo>
                    <a:pt x="863854" y="863981"/>
                  </a:lnTo>
                  <a:lnTo>
                    <a:pt x="856234" y="863981"/>
                  </a:lnTo>
                  <a:lnTo>
                    <a:pt x="856234" y="7620"/>
                  </a:lnTo>
                  <a:lnTo>
                    <a:pt x="863854" y="7620"/>
                  </a:lnTo>
                  <a:lnTo>
                    <a:pt x="86385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3787" y="7238234"/>
            <a:ext cx="659462" cy="659551"/>
            <a:chOff x="0" y="0"/>
            <a:chExt cx="879283" cy="879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221" cy="879348"/>
            </a:xfrm>
            <a:custGeom>
              <a:avLst/>
              <a:gdLst/>
              <a:ahLst/>
              <a:cxnLst/>
              <a:rect r="r" b="b" t="t" l="l"/>
              <a:pathLst>
                <a:path h="879348" w="879221">
                  <a:moveTo>
                    <a:pt x="7620" y="0"/>
                  </a:moveTo>
                  <a:lnTo>
                    <a:pt x="871601" y="0"/>
                  </a:lnTo>
                  <a:cubicBezTo>
                    <a:pt x="875792" y="0"/>
                    <a:pt x="879221" y="3429"/>
                    <a:pt x="879221" y="7620"/>
                  </a:cubicBezTo>
                  <a:lnTo>
                    <a:pt x="879221" y="871728"/>
                  </a:lnTo>
                  <a:cubicBezTo>
                    <a:pt x="879221" y="875919"/>
                    <a:pt x="875792" y="879348"/>
                    <a:pt x="871601" y="879348"/>
                  </a:cubicBezTo>
                  <a:lnTo>
                    <a:pt x="7620" y="879348"/>
                  </a:lnTo>
                  <a:cubicBezTo>
                    <a:pt x="3429" y="879348"/>
                    <a:pt x="0" y="875919"/>
                    <a:pt x="0" y="87172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71728"/>
                  </a:lnTo>
                  <a:lnTo>
                    <a:pt x="7620" y="871728"/>
                  </a:lnTo>
                  <a:lnTo>
                    <a:pt x="7620" y="864108"/>
                  </a:lnTo>
                  <a:lnTo>
                    <a:pt x="871601" y="864108"/>
                  </a:lnTo>
                  <a:lnTo>
                    <a:pt x="871601" y="871728"/>
                  </a:lnTo>
                  <a:lnTo>
                    <a:pt x="863981" y="871728"/>
                  </a:lnTo>
                  <a:lnTo>
                    <a:pt x="863981" y="7620"/>
                  </a:lnTo>
                  <a:lnTo>
                    <a:pt x="871601" y="7620"/>
                  </a:lnTo>
                  <a:lnTo>
                    <a:pt x="87160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94314" y="6680838"/>
            <a:ext cx="1060327" cy="740154"/>
          </a:xfrm>
          <a:custGeom>
            <a:avLst/>
            <a:gdLst/>
            <a:ahLst/>
            <a:cxnLst/>
            <a:rect r="r" b="b" t="t" l="l"/>
            <a:pathLst>
              <a:path h="740154" w="1060327">
                <a:moveTo>
                  <a:pt x="0" y="0"/>
                </a:moveTo>
                <a:lnTo>
                  <a:pt x="1060327" y="0"/>
                </a:lnTo>
                <a:lnTo>
                  <a:pt x="1060327" y="740154"/>
                </a:lnTo>
                <a:lnTo>
                  <a:pt x="0" y="7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14112" y="6757741"/>
            <a:ext cx="226170" cy="226170"/>
            <a:chOff x="0" y="0"/>
            <a:chExt cx="301560" cy="301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498" cy="301498"/>
            </a:xfrm>
            <a:custGeom>
              <a:avLst/>
              <a:gdLst/>
              <a:ahLst/>
              <a:cxnLst/>
              <a:rect r="r" b="b" t="t" l="l"/>
              <a:pathLst>
                <a:path h="301498" w="301498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cubicBezTo>
                    <a:pt x="233934" y="0"/>
                    <a:pt x="301498" y="67564"/>
                    <a:pt x="301498" y="150749"/>
                  </a:cubicBezTo>
                  <a:cubicBezTo>
                    <a:pt x="301498" y="233934"/>
                    <a:pt x="234061" y="301498"/>
                    <a:pt x="150749" y="301498"/>
                  </a:cubicBezTo>
                  <a:cubicBezTo>
                    <a:pt x="67437" y="301498"/>
                    <a:pt x="0" y="234061"/>
                    <a:pt x="0" y="1507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49187" y="7119222"/>
            <a:ext cx="220326" cy="220326"/>
            <a:chOff x="0" y="0"/>
            <a:chExt cx="293768" cy="2937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3751" cy="293751"/>
            </a:xfrm>
            <a:custGeom>
              <a:avLst/>
              <a:gdLst/>
              <a:ahLst/>
              <a:cxnLst/>
              <a:rect r="r" b="b" t="t" l="l"/>
              <a:pathLst>
                <a:path h="293751" w="2937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cubicBezTo>
                    <a:pt x="228092" y="0"/>
                    <a:pt x="293751" y="65786"/>
                    <a:pt x="293751" y="146939"/>
                  </a:cubicBezTo>
                  <a:cubicBezTo>
                    <a:pt x="293751" y="228092"/>
                    <a:pt x="227965" y="293751"/>
                    <a:pt x="146939" y="293751"/>
                  </a:cubicBezTo>
                  <a:cubicBezTo>
                    <a:pt x="65913" y="293751"/>
                    <a:pt x="0" y="227965"/>
                    <a:pt x="0" y="146939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518410" y="7169298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1" y="0"/>
                </a:lnTo>
                <a:lnTo>
                  <a:pt x="553271" y="121906"/>
                </a:lnTo>
                <a:lnTo>
                  <a:pt x="0" y="1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399010" y="7047992"/>
            <a:ext cx="1050904" cy="5844"/>
            <a:chOff x="0" y="0"/>
            <a:chExt cx="1401205" cy="7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01191" cy="7874"/>
            </a:xfrm>
            <a:custGeom>
              <a:avLst/>
              <a:gdLst/>
              <a:ahLst/>
              <a:cxnLst/>
              <a:rect r="r" b="b" t="t" l="l"/>
              <a:pathLst>
                <a:path h="7874" w="1401191">
                  <a:moveTo>
                    <a:pt x="1397254" y="7747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1397254" y="0"/>
                  </a:lnTo>
                  <a:cubicBezTo>
                    <a:pt x="1399413" y="0"/>
                    <a:pt x="1401191" y="1778"/>
                    <a:pt x="1401191" y="3937"/>
                  </a:cubicBezTo>
                  <a:cubicBezTo>
                    <a:pt x="1401191" y="6096"/>
                    <a:pt x="1399413" y="7874"/>
                    <a:pt x="1397254" y="7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65700" y="6679791"/>
            <a:ext cx="805158" cy="744146"/>
            <a:chOff x="0" y="0"/>
            <a:chExt cx="1073544" cy="992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7620" y="7620"/>
              <a:ext cx="1058291" cy="977011"/>
            </a:xfrm>
            <a:custGeom>
              <a:avLst/>
              <a:gdLst/>
              <a:ahLst/>
              <a:cxnLst/>
              <a:rect r="r" b="b" t="t" l="l"/>
              <a:pathLst>
                <a:path h="977011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977011"/>
                  </a:lnTo>
                  <a:lnTo>
                    <a:pt x="0" y="97701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3531" cy="992251"/>
            </a:xfrm>
            <a:custGeom>
              <a:avLst/>
              <a:gdLst/>
              <a:ahLst/>
              <a:cxnLst/>
              <a:rect r="r" b="b" t="t" l="l"/>
              <a:pathLst>
                <a:path h="992251" w="1073531">
                  <a:moveTo>
                    <a:pt x="7620" y="0"/>
                  </a:moveTo>
                  <a:lnTo>
                    <a:pt x="1065911" y="0"/>
                  </a:lnTo>
                  <a:cubicBezTo>
                    <a:pt x="1070102" y="0"/>
                    <a:pt x="1073531" y="3429"/>
                    <a:pt x="1073531" y="7620"/>
                  </a:cubicBezTo>
                  <a:lnTo>
                    <a:pt x="1073531" y="984631"/>
                  </a:lnTo>
                  <a:cubicBezTo>
                    <a:pt x="1073531" y="988822"/>
                    <a:pt x="1070102" y="992251"/>
                    <a:pt x="1065911" y="992251"/>
                  </a:cubicBezTo>
                  <a:lnTo>
                    <a:pt x="7620" y="992251"/>
                  </a:lnTo>
                  <a:cubicBezTo>
                    <a:pt x="3429" y="992251"/>
                    <a:pt x="0" y="988822"/>
                    <a:pt x="0" y="9846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984631"/>
                  </a:lnTo>
                  <a:lnTo>
                    <a:pt x="7620" y="984631"/>
                  </a:lnTo>
                  <a:lnTo>
                    <a:pt x="7620" y="977011"/>
                  </a:lnTo>
                  <a:lnTo>
                    <a:pt x="1065911" y="977011"/>
                  </a:lnTo>
                  <a:lnTo>
                    <a:pt x="1065911" y="984631"/>
                  </a:lnTo>
                  <a:lnTo>
                    <a:pt x="1058291" y="984631"/>
                  </a:lnTo>
                  <a:lnTo>
                    <a:pt x="1058291" y="7620"/>
                  </a:lnTo>
                  <a:lnTo>
                    <a:pt x="1065911" y="7620"/>
                  </a:lnTo>
                  <a:lnTo>
                    <a:pt x="106591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74776" y="6799000"/>
            <a:ext cx="784963" cy="2892"/>
            <a:chOff x="0" y="0"/>
            <a:chExt cx="1046618" cy="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6607" cy="3810"/>
            </a:xfrm>
            <a:custGeom>
              <a:avLst/>
              <a:gdLst/>
              <a:ahLst/>
              <a:cxnLst/>
              <a:rect r="r" b="b" t="t" l="l"/>
              <a:pathLst>
                <a:path h="3810" w="1046607">
                  <a:moveTo>
                    <a:pt x="0" y="3810"/>
                  </a:moveTo>
                  <a:lnTo>
                    <a:pt x="104660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1853" y="6796079"/>
            <a:ext cx="790807" cy="8736"/>
            <a:chOff x="0" y="0"/>
            <a:chExt cx="1054410" cy="11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4481" cy="11684"/>
            </a:xfrm>
            <a:custGeom>
              <a:avLst/>
              <a:gdLst/>
              <a:ahLst/>
              <a:cxnLst/>
              <a:rect r="r" b="b" t="t" l="l"/>
              <a:pathLst>
                <a:path h="11684" w="1054481">
                  <a:moveTo>
                    <a:pt x="3937" y="11684"/>
                  </a:moveTo>
                  <a:cubicBezTo>
                    <a:pt x="1778" y="11684"/>
                    <a:pt x="0" y="9906"/>
                    <a:pt x="0" y="7747"/>
                  </a:cubicBezTo>
                  <a:cubicBezTo>
                    <a:pt x="0" y="5588"/>
                    <a:pt x="1651" y="3810"/>
                    <a:pt x="3937" y="3810"/>
                  </a:cubicBezTo>
                  <a:lnTo>
                    <a:pt x="1050544" y="0"/>
                  </a:lnTo>
                  <a:cubicBezTo>
                    <a:pt x="1052703" y="0"/>
                    <a:pt x="1054481" y="1778"/>
                    <a:pt x="1054481" y="3937"/>
                  </a:cubicBezTo>
                  <a:cubicBezTo>
                    <a:pt x="1054481" y="6096"/>
                    <a:pt x="1052830" y="7874"/>
                    <a:pt x="1050544" y="7874"/>
                  </a:cubicBezTo>
                  <a:lnTo>
                    <a:pt x="3937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1618019" y="6817653"/>
            <a:ext cx="774698" cy="692523"/>
          </a:xfrm>
          <a:custGeom>
            <a:avLst/>
            <a:gdLst/>
            <a:ahLst/>
            <a:cxnLst/>
            <a:rect r="r" b="b" t="t" l="l"/>
            <a:pathLst>
              <a:path h="692523" w="774698">
                <a:moveTo>
                  <a:pt x="0" y="0"/>
                </a:moveTo>
                <a:lnTo>
                  <a:pt x="774698" y="0"/>
                </a:lnTo>
                <a:lnTo>
                  <a:pt x="774698" y="692523"/>
                </a:lnTo>
                <a:lnTo>
                  <a:pt x="0" y="6925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512477" y="6688458"/>
            <a:ext cx="955292" cy="1446586"/>
            <a:chOff x="0" y="0"/>
            <a:chExt cx="1273723" cy="19287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3683" cy="1928749"/>
            </a:xfrm>
            <a:custGeom>
              <a:avLst/>
              <a:gdLst/>
              <a:ahLst/>
              <a:cxnLst/>
              <a:rect r="r" b="b" t="t" l="l"/>
              <a:pathLst>
                <a:path h="1928749" w="1273683">
                  <a:moveTo>
                    <a:pt x="1273683" y="1928749"/>
                  </a:moveTo>
                  <a:lnTo>
                    <a:pt x="0" y="1928749"/>
                  </a:lnTo>
                  <a:lnTo>
                    <a:pt x="0" y="4699"/>
                  </a:lnTo>
                  <a:lnTo>
                    <a:pt x="1273683" y="0"/>
                  </a:lnTo>
                  <a:lnTo>
                    <a:pt x="1273683" y="1928749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2812954" y="6838357"/>
            <a:ext cx="362547" cy="362547"/>
          </a:xfrm>
          <a:custGeom>
            <a:avLst/>
            <a:gdLst/>
            <a:ahLst/>
            <a:cxnLst/>
            <a:rect r="r" b="b" t="t" l="l"/>
            <a:pathLst>
              <a:path h="362547" w="362547">
                <a:moveTo>
                  <a:pt x="0" y="0"/>
                </a:moveTo>
                <a:lnTo>
                  <a:pt x="362547" y="0"/>
                </a:lnTo>
                <a:lnTo>
                  <a:pt x="362547" y="362547"/>
                </a:lnTo>
                <a:lnTo>
                  <a:pt x="0" y="36254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962071" y="6961013"/>
            <a:ext cx="103266" cy="117457"/>
            <a:chOff x="0" y="0"/>
            <a:chExt cx="137688" cy="156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-127"/>
              <a:ext cx="137668" cy="156718"/>
            </a:xfrm>
            <a:custGeom>
              <a:avLst/>
              <a:gdLst/>
              <a:ahLst/>
              <a:cxnLst/>
              <a:rect r="r" b="b" t="t" l="l"/>
              <a:pathLst>
                <a:path h="156718" w="137668">
                  <a:moveTo>
                    <a:pt x="3937" y="156718"/>
                  </a:moveTo>
                  <a:cubicBezTo>
                    <a:pt x="3175" y="156718"/>
                    <a:pt x="2540" y="156464"/>
                    <a:pt x="1905" y="156210"/>
                  </a:cubicBezTo>
                  <a:cubicBezTo>
                    <a:pt x="635" y="155448"/>
                    <a:pt x="0" y="154178"/>
                    <a:pt x="0" y="152781"/>
                  </a:cubicBezTo>
                  <a:lnTo>
                    <a:pt x="1905" y="3937"/>
                  </a:lnTo>
                  <a:cubicBezTo>
                    <a:pt x="1905" y="2540"/>
                    <a:pt x="2667" y="1270"/>
                    <a:pt x="3937" y="635"/>
                  </a:cubicBezTo>
                  <a:cubicBezTo>
                    <a:pt x="5207" y="0"/>
                    <a:pt x="6604" y="0"/>
                    <a:pt x="7874" y="635"/>
                  </a:cubicBezTo>
                  <a:lnTo>
                    <a:pt x="135763" y="76708"/>
                  </a:lnTo>
                  <a:cubicBezTo>
                    <a:pt x="137033" y="77470"/>
                    <a:pt x="137668" y="78740"/>
                    <a:pt x="137668" y="80137"/>
                  </a:cubicBezTo>
                  <a:cubicBezTo>
                    <a:pt x="137668" y="81534"/>
                    <a:pt x="136906" y="82804"/>
                    <a:pt x="135636" y="83439"/>
                  </a:cubicBezTo>
                  <a:lnTo>
                    <a:pt x="5842" y="156210"/>
                  </a:lnTo>
                  <a:cubicBezTo>
                    <a:pt x="5207" y="156464"/>
                    <a:pt x="4572" y="156718"/>
                    <a:pt x="3937" y="156718"/>
                  </a:cubicBezTo>
                  <a:close/>
                  <a:moveTo>
                    <a:pt x="9652" y="10795"/>
                  </a:moveTo>
                  <a:lnTo>
                    <a:pt x="7874" y="146177"/>
                  </a:lnTo>
                  <a:lnTo>
                    <a:pt x="125984" y="80010"/>
                  </a:lnTo>
                  <a:lnTo>
                    <a:pt x="9652" y="107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239" y="7297685"/>
            <a:ext cx="609403" cy="728947"/>
            <a:chOff x="0" y="0"/>
            <a:chExt cx="812538" cy="9719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546" cy="971931"/>
            </a:xfrm>
            <a:custGeom>
              <a:avLst/>
              <a:gdLst/>
              <a:ahLst/>
              <a:cxnLst/>
              <a:rect r="r" b="b" t="t" l="l"/>
              <a:pathLst>
                <a:path h="971931" w="812546">
                  <a:moveTo>
                    <a:pt x="0" y="967867"/>
                  </a:moveTo>
                  <a:lnTo>
                    <a:pt x="810006" y="971931"/>
                  </a:lnTo>
                  <a:lnTo>
                    <a:pt x="812546" y="4064"/>
                  </a:lnTo>
                  <a:lnTo>
                    <a:pt x="2540" y="0"/>
                  </a:lnTo>
                  <a:lnTo>
                    <a:pt x="0" y="967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690287" y="7294734"/>
            <a:ext cx="615306" cy="734820"/>
            <a:chOff x="0" y="0"/>
            <a:chExt cx="820408" cy="979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0420" cy="979932"/>
            </a:xfrm>
            <a:custGeom>
              <a:avLst/>
              <a:gdLst/>
              <a:ahLst/>
              <a:cxnLst/>
              <a:rect r="r" b="b" t="t" l="l"/>
              <a:pathLst>
                <a:path h="979932" w="820420">
                  <a:moveTo>
                    <a:pt x="813943" y="979805"/>
                  </a:moveTo>
                  <a:lnTo>
                    <a:pt x="3937" y="975614"/>
                  </a:lnTo>
                  <a:cubicBezTo>
                    <a:pt x="1778" y="975614"/>
                    <a:pt x="0" y="973836"/>
                    <a:pt x="0" y="971677"/>
                  </a:cubicBezTo>
                  <a:lnTo>
                    <a:pt x="2540" y="3937"/>
                  </a:lnTo>
                  <a:cubicBezTo>
                    <a:pt x="2540" y="2794"/>
                    <a:pt x="3048" y="1905"/>
                    <a:pt x="3683" y="1143"/>
                  </a:cubicBezTo>
                  <a:cubicBezTo>
                    <a:pt x="4318" y="381"/>
                    <a:pt x="5588" y="127"/>
                    <a:pt x="6477" y="0"/>
                  </a:cubicBezTo>
                  <a:lnTo>
                    <a:pt x="816483" y="4191"/>
                  </a:lnTo>
                  <a:cubicBezTo>
                    <a:pt x="818642" y="4191"/>
                    <a:pt x="820420" y="5969"/>
                    <a:pt x="820420" y="8128"/>
                  </a:cubicBezTo>
                  <a:lnTo>
                    <a:pt x="817880" y="975995"/>
                  </a:lnTo>
                  <a:cubicBezTo>
                    <a:pt x="817880" y="977011"/>
                    <a:pt x="817499" y="978027"/>
                    <a:pt x="816737" y="978789"/>
                  </a:cubicBezTo>
                  <a:cubicBezTo>
                    <a:pt x="815975" y="979551"/>
                    <a:pt x="815086" y="979932"/>
                    <a:pt x="814070" y="979932"/>
                  </a:cubicBezTo>
                  <a:close/>
                  <a:moveTo>
                    <a:pt x="7874" y="967867"/>
                  </a:moveTo>
                  <a:lnTo>
                    <a:pt x="810133" y="971931"/>
                  </a:lnTo>
                  <a:lnTo>
                    <a:pt x="812673" y="11938"/>
                  </a:lnTo>
                  <a:lnTo>
                    <a:pt x="10414" y="7874"/>
                  </a:lnTo>
                  <a:lnTo>
                    <a:pt x="7874" y="9678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050" y="7425557"/>
            <a:ext cx="607505" cy="3097"/>
            <a:chOff x="0" y="0"/>
            <a:chExt cx="810006" cy="41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06" cy="4191"/>
            </a:xfrm>
            <a:custGeom>
              <a:avLst/>
              <a:gdLst/>
              <a:ahLst/>
              <a:cxnLst/>
              <a:rect r="r" b="b" t="t" l="l"/>
              <a:pathLst>
                <a:path h="4191" w="810006">
                  <a:moveTo>
                    <a:pt x="810006" y="4191"/>
                  </a:moveTo>
                  <a:lnTo>
                    <a:pt x="0" y="0"/>
                  </a:lnTo>
                  <a:lnTo>
                    <a:pt x="810006" y="41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692126" y="7422635"/>
            <a:ext cx="613349" cy="8941"/>
            <a:chOff x="0" y="0"/>
            <a:chExt cx="817798" cy="119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7880" cy="12065"/>
            </a:xfrm>
            <a:custGeom>
              <a:avLst/>
              <a:gdLst/>
              <a:ahLst/>
              <a:cxnLst/>
              <a:rect r="r" b="b" t="t" l="l"/>
              <a:pathLst>
                <a:path h="12065" w="817880">
                  <a:moveTo>
                    <a:pt x="813943" y="11938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813943" y="4191"/>
                  </a:lnTo>
                  <a:cubicBezTo>
                    <a:pt x="816102" y="4191"/>
                    <a:pt x="817880" y="5969"/>
                    <a:pt x="817880" y="8128"/>
                  </a:cubicBezTo>
                  <a:cubicBezTo>
                    <a:pt x="817880" y="10287"/>
                    <a:pt x="816102" y="12065"/>
                    <a:pt x="813943" y="12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2742673" y="7339610"/>
            <a:ext cx="54372" cy="51437"/>
          </a:xfrm>
          <a:custGeom>
            <a:avLst/>
            <a:gdLst/>
            <a:ahLst/>
            <a:cxnLst/>
            <a:rect r="r" b="b" t="t" l="l"/>
            <a:pathLst>
              <a:path h="51437" w="54372">
                <a:moveTo>
                  <a:pt x="0" y="0"/>
                </a:moveTo>
                <a:lnTo>
                  <a:pt x="54372" y="0"/>
                </a:lnTo>
                <a:lnTo>
                  <a:pt x="54372" y="51437"/>
                </a:lnTo>
                <a:lnTo>
                  <a:pt x="0" y="5143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-1051799">
            <a:off x="12804583" y="7510738"/>
            <a:ext cx="387060" cy="387060"/>
            <a:chOff x="0" y="0"/>
            <a:chExt cx="516080" cy="516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6128" cy="516128"/>
            </a:xfrm>
            <a:custGeom>
              <a:avLst/>
              <a:gdLst/>
              <a:ahLst/>
              <a:cxnLst/>
              <a:rect r="r" b="b" t="t" l="l"/>
              <a:pathLst>
                <a:path h="516128" w="516128">
                  <a:moveTo>
                    <a:pt x="516128" y="258064"/>
                  </a:moveTo>
                  <a:cubicBezTo>
                    <a:pt x="516128" y="400558"/>
                    <a:pt x="400558" y="516128"/>
                    <a:pt x="258064" y="516128"/>
                  </a:cubicBezTo>
                  <a:cubicBezTo>
                    <a:pt x="115570" y="516128"/>
                    <a:pt x="0" y="400558"/>
                    <a:pt x="0" y="258064"/>
                  </a:cubicBezTo>
                  <a:cubicBezTo>
                    <a:pt x="0" y="115570"/>
                    <a:pt x="115570" y="0"/>
                    <a:pt x="258064" y="0"/>
                  </a:cubicBezTo>
                  <a:cubicBezTo>
                    <a:pt x="400558" y="0"/>
                    <a:pt x="516128" y="115570"/>
                    <a:pt x="516128" y="258064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2882016" y="7697966"/>
            <a:ext cx="233276" cy="122880"/>
          </a:xfrm>
          <a:custGeom>
            <a:avLst/>
            <a:gdLst/>
            <a:ahLst/>
            <a:cxnLst/>
            <a:rect r="r" b="b" t="t" l="l"/>
            <a:pathLst>
              <a:path h="122880" w="233276">
                <a:moveTo>
                  <a:pt x="0" y="0"/>
                </a:moveTo>
                <a:lnTo>
                  <a:pt x="233277" y="0"/>
                </a:lnTo>
                <a:lnTo>
                  <a:pt x="233277" y="122880"/>
                </a:lnTo>
                <a:lnTo>
                  <a:pt x="0" y="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41891" y="7587980"/>
            <a:ext cx="111893" cy="111893"/>
          </a:xfrm>
          <a:custGeom>
            <a:avLst/>
            <a:gdLst/>
            <a:ahLst/>
            <a:cxnLst/>
            <a:rect r="r" b="b" t="t" l="l"/>
            <a:pathLst>
              <a:path h="111893" w="111893">
                <a:moveTo>
                  <a:pt x="0" y="0"/>
                </a:moveTo>
                <a:lnTo>
                  <a:pt x="111893" y="0"/>
                </a:lnTo>
                <a:lnTo>
                  <a:pt x="111893" y="111893"/>
                </a:lnTo>
                <a:lnTo>
                  <a:pt x="0" y="1118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389589" y="7674314"/>
            <a:ext cx="632434" cy="358488"/>
            <a:chOff x="0" y="0"/>
            <a:chExt cx="843245" cy="477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7620" y="7620"/>
              <a:ext cx="828040" cy="462788"/>
            </a:xfrm>
            <a:custGeom>
              <a:avLst/>
              <a:gdLst/>
              <a:ahLst/>
              <a:cxnLst/>
              <a:rect r="r" b="b" t="t" l="l"/>
              <a:pathLst>
                <a:path h="462788" w="828040">
                  <a:moveTo>
                    <a:pt x="0" y="0"/>
                  </a:moveTo>
                  <a:lnTo>
                    <a:pt x="828040" y="0"/>
                  </a:lnTo>
                  <a:lnTo>
                    <a:pt x="828040" y="462788"/>
                  </a:lnTo>
                  <a:lnTo>
                    <a:pt x="0" y="462788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3280" cy="478028"/>
            </a:xfrm>
            <a:custGeom>
              <a:avLst/>
              <a:gdLst/>
              <a:ahLst/>
              <a:cxnLst/>
              <a:rect r="r" b="b" t="t" l="l"/>
              <a:pathLst>
                <a:path h="478028" w="843280">
                  <a:moveTo>
                    <a:pt x="7620" y="0"/>
                  </a:moveTo>
                  <a:lnTo>
                    <a:pt x="835660" y="0"/>
                  </a:lnTo>
                  <a:cubicBezTo>
                    <a:pt x="839851" y="0"/>
                    <a:pt x="843280" y="3429"/>
                    <a:pt x="843280" y="7620"/>
                  </a:cubicBezTo>
                  <a:lnTo>
                    <a:pt x="843280" y="470408"/>
                  </a:lnTo>
                  <a:cubicBezTo>
                    <a:pt x="843280" y="474599"/>
                    <a:pt x="839851" y="478028"/>
                    <a:pt x="835660" y="478028"/>
                  </a:cubicBezTo>
                  <a:lnTo>
                    <a:pt x="7620" y="478028"/>
                  </a:lnTo>
                  <a:cubicBezTo>
                    <a:pt x="3429" y="478028"/>
                    <a:pt x="0" y="474599"/>
                    <a:pt x="0" y="47040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470408"/>
                  </a:lnTo>
                  <a:lnTo>
                    <a:pt x="7620" y="470408"/>
                  </a:lnTo>
                  <a:lnTo>
                    <a:pt x="7620" y="462788"/>
                  </a:lnTo>
                  <a:lnTo>
                    <a:pt x="835660" y="462788"/>
                  </a:lnTo>
                  <a:lnTo>
                    <a:pt x="835660" y="470408"/>
                  </a:lnTo>
                  <a:lnTo>
                    <a:pt x="828040" y="470408"/>
                  </a:lnTo>
                  <a:lnTo>
                    <a:pt x="828040" y="7620"/>
                  </a:lnTo>
                  <a:lnTo>
                    <a:pt x="835660" y="7620"/>
                  </a:lnTo>
                  <a:lnTo>
                    <a:pt x="835660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401488" y="7671448"/>
            <a:ext cx="615641" cy="165695"/>
            <a:chOff x="0" y="0"/>
            <a:chExt cx="820854" cy="2209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508" y="-508"/>
              <a:ext cx="821817" cy="221488"/>
            </a:xfrm>
            <a:custGeom>
              <a:avLst/>
              <a:gdLst/>
              <a:ahLst/>
              <a:cxnLst/>
              <a:rect r="r" b="b" t="t" l="l"/>
              <a:pathLst>
                <a:path h="221488" w="821817">
                  <a:moveTo>
                    <a:pt x="420878" y="221488"/>
                  </a:moveTo>
                  <a:cubicBezTo>
                    <a:pt x="420243" y="221488"/>
                    <a:pt x="419608" y="221361"/>
                    <a:pt x="419100" y="221107"/>
                  </a:cubicBezTo>
                  <a:lnTo>
                    <a:pt x="2667" y="7874"/>
                  </a:lnTo>
                  <a:cubicBezTo>
                    <a:pt x="762" y="6858"/>
                    <a:pt x="0" y="4572"/>
                    <a:pt x="889" y="2667"/>
                  </a:cubicBezTo>
                  <a:cubicBezTo>
                    <a:pt x="1778" y="762"/>
                    <a:pt x="4318" y="0"/>
                    <a:pt x="6223" y="1016"/>
                  </a:cubicBezTo>
                  <a:lnTo>
                    <a:pt x="420878" y="213106"/>
                  </a:lnTo>
                  <a:lnTo>
                    <a:pt x="815594" y="3556"/>
                  </a:lnTo>
                  <a:cubicBezTo>
                    <a:pt x="817499" y="2540"/>
                    <a:pt x="819785" y="3302"/>
                    <a:pt x="820801" y="5207"/>
                  </a:cubicBezTo>
                  <a:cubicBezTo>
                    <a:pt x="821817" y="7112"/>
                    <a:pt x="821055" y="9398"/>
                    <a:pt x="819150" y="10414"/>
                  </a:cubicBezTo>
                  <a:lnTo>
                    <a:pt x="422783" y="220980"/>
                  </a:lnTo>
                  <a:cubicBezTo>
                    <a:pt x="422148" y="221234"/>
                    <a:pt x="421513" y="221488"/>
                    <a:pt x="421005" y="2214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1116766" y="7694798"/>
            <a:ext cx="1245924" cy="292794"/>
          </a:xfrm>
          <a:custGeom>
            <a:avLst/>
            <a:gdLst/>
            <a:ahLst/>
            <a:cxnLst/>
            <a:rect r="r" b="b" t="t" l="l"/>
            <a:pathLst>
              <a:path h="292794" w="1245924">
                <a:moveTo>
                  <a:pt x="0" y="0"/>
                </a:moveTo>
                <a:lnTo>
                  <a:pt x="1245924" y="0"/>
                </a:lnTo>
                <a:lnTo>
                  <a:pt x="1245924" y="292794"/>
                </a:lnTo>
                <a:lnTo>
                  <a:pt x="0" y="2927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0819408" y="6809873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0" y="0"/>
                </a:lnTo>
                <a:lnTo>
                  <a:pt x="553270" y="121905"/>
                </a:lnTo>
                <a:lnTo>
                  <a:pt x="0" y="1219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3148720" y="3028487"/>
            <a:ext cx="264401" cy="269886"/>
            <a:chOff x="0" y="0"/>
            <a:chExt cx="352534" cy="3598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-38862"/>
              <a:ext cx="352552" cy="398653"/>
            </a:xfrm>
            <a:custGeom>
              <a:avLst/>
              <a:gdLst/>
              <a:ahLst/>
              <a:cxnLst/>
              <a:rect r="r" b="b" t="t" l="l"/>
              <a:pathLst>
                <a:path h="398653" w="352552">
                  <a:moveTo>
                    <a:pt x="0" y="398653"/>
                  </a:moveTo>
                  <a:cubicBezTo>
                    <a:pt x="0" y="398653"/>
                    <a:pt x="762" y="92710"/>
                    <a:pt x="138303" y="46355"/>
                  </a:cubicBezTo>
                  <a:cubicBezTo>
                    <a:pt x="275844" y="0"/>
                    <a:pt x="352552" y="184785"/>
                    <a:pt x="352552" y="184785"/>
                  </a:cubicBezTo>
                  <a:lnTo>
                    <a:pt x="0" y="398653"/>
                  </a:ln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14986" y="3480325"/>
            <a:ext cx="419428" cy="513240"/>
            <a:chOff x="0" y="0"/>
            <a:chExt cx="559237" cy="6843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39243" y="-29591"/>
              <a:ext cx="601599" cy="874014"/>
            </a:xfrm>
            <a:custGeom>
              <a:avLst/>
              <a:gdLst/>
              <a:ahLst/>
              <a:cxnLst/>
              <a:rect r="r" b="b" t="t" l="l"/>
              <a:pathLst>
                <a:path h="874014" w="601599">
                  <a:moveTo>
                    <a:pt x="488696" y="623697"/>
                  </a:moveTo>
                  <a:cubicBezTo>
                    <a:pt x="489077" y="610997"/>
                    <a:pt x="595249" y="82042"/>
                    <a:pt x="598424" y="41021"/>
                  </a:cubicBezTo>
                  <a:cubicBezTo>
                    <a:pt x="601599" y="0"/>
                    <a:pt x="155321" y="82550"/>
                    <a:pt x="155321" y="82550"/>
                  </a:cubicBezTo>
                  <a:cubicBezTo>
                    <a:pt x="155321" y="82550"/>
                    <a:pt x="50546" y="471170"/>
                    <a:pt x="41783" y="541020"/>
                  </a:cubicBezTo>
                  <a:cubicBezTo>
                    <a:pt x="0" y="874014"/>
                    <a:pt x="488696" y="623697"/>
                    <a:pt x="488696" y="62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110644" y="3475906"/>
            <a:ext cx="428110" cy="522096"/>
          </a:xfrm>
          <a:custGeom>
            <a:avLst/>
            <a:gdLst/>
            <a:ahLst/>
            <a:cxnLst/>
            <a:rect r="r" b="b" t="t" l="l"/>
            <a:pathLst>
              <a:path h="522096" w="428110">
                <a:moveTo>
                  <a:pt x="0" y="0"/>
                </a:moveTo>
                <a:lnTo>
                  <a:pt x="428110" y="0"/>
                </a:lnTo>
                <a:lnTo>
                  <a:pt x="428110" y="522096"/>
                </a:lnTo>
                <a:lnTo>
                  <a:pt x="0" y="5220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056230" y="2994678"/>
            <a:ext cx="601867" cy="659036"/>
            <a:chOff x="0" y="0"/>
            <a:chExt cx="802490" cy="87871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6736" y="-17018"/>
              <a:ext cx="947166" cy="1027176"/>
            </a:xfrm>
            <a:custGeom>
              <a:avLst/>
              <a:gdLst/>
              <a:ahLst/>
              <a:cxnLst/>
              <a:rect r="r" b="b" t="t" l="l"/>
              <a:pathLst>
                <a:path h="1027176" w="947166">
                  <a:moveTo>
                    <a:pt x="530098" y="32131"/>
                  </a:moveTo>
                  <a:cubicBezTo>
                    <a:pt x="390906" y="0"/>
                    <a:pt x="367411" y="16764"/>
                    <a:pt x="255651" y="105664"/>
                  </a:cubicBezTo>
                  <a:cubicBezTo>
                    <a:pt x="183642" y="162941"/>
                    <a:pt x="0" y="677799"/>
                    <a:pt x="57785" y="800354"/>
                  </a:cubicBezTo>
                  <a:cubicBezTo>
                    <a:pt x="164846" y="1027176"/>
                    <a:pt x="639191" y="784225"/>
                    <a:pt x="673735" y="739902"/>
                  </a:cubicBezTo>
                  <a:cubicBezTo>
                    <a:pt x="708279" y="695579"/>
                    <a:pt x="947166" y="291465"/>
                    <a:pt x="803910" y="154559"/>
                  </a:cubicBezTo>
                  <a:cubicBezTo>
                    <a:pt x="739775" y="93218"/>
                    <a:pt x="630936" y="55372"/>
                    <a:pt x="530098" y="320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3051926" y="2990336"/>
            <a:ext cx="371215" cy="667757"/>
          </a:xfrm>
          <a:custGeom>
            <a:avLst/>
            <a:gdLst/>
            <a:ahLst/>
            <a:cxnLst/>
            <a:rect r="r" b="b" t="t" l="l"/>
            <a:pathLst>
              <a:path h="667757" w="371215">
                <a:moveTo>
                  <a:pt x="0" y="0"/>
                </a:moveTo>
                <a:lnTo>
                  <a:pt x="371215" y="0"/>
                </a:lnTo>
                <a:lnTo>
                  <a:pt x="371215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3136665" y="3248430"/>
            <a:ext cx="195168" cy="87430"/>
            <a:chOff x="0" y="0"/>
            <a:chExt cx="260224" cy="11657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2794" y="-2159"/>
              <a:ext cx="265811" cy="120904"/>
            </a:xfrm>
            <a:custGeom>
              <a:avLst/>
              <a:gdLst/>
              <a:ahLst/>
              <a:cxnLst/>
              <a:rect r="r" b="b" t="t" l="l"/>
              <a:pathLst>
                <a:path h="120904" w="265811">
                  <a:moveTo>
                    <a:pt x="249809" y="54483"/>
                  </a:moveTo>
                  <a:cubicBezTo>
                    <a:pt x="260477" y="57023"/>
                    <a:pt x="265811" y="73406"/>
                    <a:pt x="261620" y="91059"/>
                  </a:cubicBezTo>
                  <a:cubicBezTo>
                    <a:pt x="257429" y="108712"/>
                    <a:pt x="245364" y="120904"/>
                    <a:pt x="234569" y="118364"/>
                  </a:cubicBezTo>
                  <a:cubicBezTo>
                    <a:pt x="223774" y="115824"/>
                    <a:pt x="218694" y="99441"/>
                    <a:pt x="222885" y="81788"/>
                  </a:cubicBezTo>
                  <a:cubicBezTo>
                    <a:pt x="227076" y="64135"/>
                    <a:pt x="239141" y="51943"/>
                    <a:pt x="249809" y="54483"/>
                  </a:cubicBezTo>
                  <a:close/>
                  <a:moveTo>
                    <a:pt x="31242" y="2540"/>
                  </a:moveTo>
                  <a:cubicBezTo>
                    <a:pt x="41910" y="5080"/>
                    <a:pt x="47244" y="21463"/>
                    <a:pt x="43053" y="39116"/>
                  </a:cubicBezTo>
                  <a:cubicBezTo>
                    <a:pt x="38862" y="56769"/>
                    <a:pt x="26670" y="68961"/>
                    <a:pt x="16002" y="66421"/>
                  </a:cubicBezTo>
                  <a:cubicBezTo>
                    <a:pt x="5334" y="63881"/>
                    <a:pt x="0" y="47498"/>
                    <a:pt x="4191" y="29845"/>
                  </a:cubicBezTo>
                  <a:cubicBezTo>
                    <a:pt x="8382" y="12192"/>
                    <a:pt x="20447" y="0"/>
                    <a:pt x="31242" y="2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3146180" y="3193502"/>
            <a:ext cx="479782" cy="280780"/>
          </a:xfrm>
          <a:custGeom>
            <a:avLst/>
            <a:gdLst/>
            <a:ahLst/>
            <a:cxnLst/>
            <a:rect r="r" b="b" t="t" l="l"/>
            <a:pathLst>
              <a:path h="280780" w="479782">
                <a:moveTo>
                  <a:pt x="0" y="0"/>
                </a:moveTo>
                <a:lnTo>
                  <a:pt x="479782" y="0"/>
                </a:lnTo>
                <a:lnTo>
                  <a:pt x="479782" y="280780"/>
                </a:lnTo>
                <a:lnTo>
                  <a:pt x="0" y="2807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3178838" y="2835382"/>
            <a:ext cx="594158" cy="741624"/>
          </a:xfrm>
          <a:custGeom>
            <a:avLst/>
            <a:gdLst/>
            <a:ahLst/>
            <a:cxnLst/>
            <a:rect r="r" b="b" t="t" l="l"/>
            <a:pathLst>
              <a:path h="741624" w="594158">
                <a:moveTo>
                  <a:pt x="0" y="0"/>
                </a:moveTo>
                <a:lnTo>
                  <a:pt x="594158" y="0"/>
                </a:lnTo>
                <a:lnTo>
                  <a:pt x="594158" y="741624"/>
                </a:lnTo>
                <a:lnTo>
                  <a:pt x="0" y="74162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501140" y="3311182"/>
            <a:ext cx="157859" cy="175276"/>
            <a:chOff x="0" y="0"/>
            <a:chExt cx="210478" cy="2337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-44323" y="-37719"/>
              <a:ext cx="301879" cy="303149"/>
            </a:xfrm>
            <a:custGeom>
              <a:avLst/>
              <a:gdLst/>
              <a:ahLst/>
              <a:cxnLst/>
              <a:rect r="r" b="b" t="t" l="l"/>
              <a:pathLst>
                <a:path h="303149" w="301879">
                  <a:moveTo>
                    <a:pt x="91440" y="52959"/>
                  </a:moveTo>
                  <a:cubicBezTo>
                    <a:pt x="91440" y="52959"/>
                    <a:pt x="197993" y="0"/>
                    <a:pt x="241173" y="91694"/>
                  </a:cubicBezTo>
                  <a:cubicBezTo>
                    <a:pt x="301879" y="220599"/>
                    <a:pt x="144018" y="303149"/>
                    <a:pt x="72009" y="259842"/>
                  </a:cubicBezTo>
                  <a:cubicBezTo>
                    <a:pt x="0" y="216535"/>
                    <a:pt x="91440" y="52959"/>
                    <a:pt x="91440" y="529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15322" y="3813202"/>
            <a:ext cx="773281" cy="1180369"/>
            <a:chOff x="0" y="0"/>
            <a:chExt cx="1031042" cy="15738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-43434" y="-33020"/>
              <a:ext cx="1125093" cy="1646047"/>
            </a:xfrm>
            <a:custGeom>
              <a:avLst/>
              <a:gdLst/>
              <a:ahLst/>
              <a:cxnLst/>
              <a:rect r="r" b="b" t="t" l="l"/>
              <a:pathLst>
                <a:path h="1646047" w="1125093">
                  <a:moveTo>
                    <a:pt x="1055878" y="389128"/>
                  </a:moveTo>
                  <a:lnTo>
                    <a:pt x="642874" y="1413383"/>
                  </a:lnTo>
                  <a:cubicBezTo>
                    <a:pt x="579120" y="1569085"/>
                    <a:pt x="403225" y="1646047"/>
                    <a:pt x="245618" y="1586992"/>
                  </a:cubicBezTo>
                  <a:cubicBezTo>
                    <a:pt x="81026" y="1525270"/>
                    <a:pt x="0" y="1339596"/>
                    <a:pt x="66929" y="1177036"/>
                  </a:cubicBezTo>
                  <a:lnTo>
                    <a:pt x="439039" y="225425"/>
                  </a:lnTo>
                  <a:cubicBezTo>
                    <a:pt x="499872" y="77343"/>
                    <a:pt x="663321" y="0"/>
                    <a:pt x="816356" y="46482"/>
                  </a:cubicBezTo>
                  <a:cubicBezTo>
                    <a:pt x="991235" y="99695"/>
                    <a:pt x="1125093" y="219964"/>
                    <a:pt x="1055878" y="389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195718" y="3795872"/>
            <a:ext cx="812302" cy="1217809"/>
            <a:chOff x="0" y="0"/>
            <a:chExt cx="1083069" cy="162374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-45212" y="-43815"/>
              <a:ext cx="1181354" cy="1707388"/>
            </a:xfrm>
            <a:custGeom>
              <a:avLst/>
              <a:gdLst/>
              <a:ahLst/>
              <a:cxnLst/>
              <a:rect r="r" b="b" t="t" l="l"/>
              <a:pathLst>
                <a:path h="1707388" w="1181354">
                  <a:moveTo>
                    <a:pt x="263017" y="1647952"/>
                  </a:moveTo>
                  <a:cubicBezTo>
                    <a:pt x="427990" y="1707388"/>
                    <a:pt x="610616" y="1627124"/>
                    <a:pt x="678434" y="1465453"/>
                  </a:cubicBezTo>
                  <a:lnTo>
                    <a:pt x="1107186" y="442595"/>
                  </a:lnTo>
                  <a:cubicBezTo>
                    <a:pt x="1181354" y="264541"/>
                    <a:pt x="1050036" y="132334"/>
                    <a:pt x="869061" y="65151"/>
                  </a:cubicBezTo>
                  <a:cubicBezTo>
                    <a:pt x="693547" y="0"/>
                    <a:pt x="498348" y="89027"/>
                    <a:pt x="432435" y="264287"/>
                  </a:cubicBezTo>
                  <a:lnTo>
                    <a:pt x="68580" y="1216533"/>
                  </a:lnTo>
                  <a:cubicBezTo>
                    <a:pt x="0" y="1389380"/>
                    <a:pt x="88011" y="1584833"/>
                    <a:pt x="263017" y="164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447221" y="4549399"/>
            <a:ext cx="965653" cy="464269"/>
            <a:chOff x="0" y="0"/>
            <a:chExt cx="1287538" cy="6190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7526" cy="618998"/>
            </a:xfrm>
            <a:custGeom>
              <a:avLst/>
              <a:gdLst/>
              <a:ahLst/>
              <a:cxnLst/>
              <a:rect r="r" b="b" t="t" l="l"/>
              <a:pathLst>
                <a:path h="618998" w="1287526">
                  <a:moveTo>
                    <a:pt x="62738" y="61468"/>
                  </a:moveTo>
                  <a:lnTo>
                    <a:pt x="0" y="453771"/>
                  </a:lnTo>
                  <a:lnTo>
                    <a:pt x="1287526" y="618998"/>
                  </a:lnTo>
                  <a:lnTo>
                    <a:pt x="1287526" y="0"/>
                  </a:lnTo>
                  <a:lnTo>
                    <a:pt x="62738" y="614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89966" y="4552790"/>
            <a:ext cx="927300" cy="61865"/>
            <a:chOff x="0" y="0"/>
            <a:chExt cx="1236400" cy="824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127" y="0"/>
              <a:ext cx="1237361" cy="82423"/>
            </a:xfrm>
            <a:custGeom>
              <a:avLst/>
              <a:gdLst/>
              <a:ahLst/>
              <a:cxnLst/>
              <a:rect r="r" b="b" t="t" l="l"/>
              <a:pathLst>
                <a:path h="82423" w="1237361">
                  <a:moveTo>
                    <a:pt x="1230630" y="82423"/>
                  </a:moveTo>
                  <a:cubicBezTo>
                    <a:pt x="1229995" y="82423"/>
                    <a:pt x="1229360" y="82296"/>
                    <a:pt x="1228725" y="82169"/>
                  </a:cubicBezTo>
                  <a:lnTo>
                    <a:pt x="1025271" y="11684"/>
                  </a:lnTo>
                  <a:lnTo>
                    <a:pt x="6223" y="62738"/>
                  </a:lnTo>
                  <a:cubicBezTo>
                    <a:pt x="3048" y="62992"/>
                    <a:pt x="254" y="60452"/>
                    <a:pt x="127" y="57277"/>
                  </a:cubicBezTo>
                  <a:cubicBezTo>
                    <a:pt x="0" y="54102"/>
                    <a:pt x="2413" y="51308"/>
                    <a:pt x="5588" y="51181"/>
                  </a:cubicBezTo>
                  <a:lnTo>
                    <a:pt x="1025779" y="0"/>
                  </a:lnTo>
                  <a:cubicBezTo>
                    <a:pt x="1026541" y="0"/>
                    <a:pt x="1027303" y="127"/>
                    <a:pt x="1027938" y="254"/>
                  </a:cubicBezTo>
                  <a:lnTo>
                    <a:pt x="1232662" y="71120"/>
                  </a:lnTo>
                  <a:cubicBezTo>
                    <a:pt x="1235710" y="72136"/>
                    <a:pt x="1237361" y="75438"/>
                    <a:pt x="1236218" y="78486"/>
                  </a:cubicBezTo>
                  <a:cubicBezTo>
                    <a:pt x="1235456" y="80899"/>
                    <a:pt x="1233170" y="82423"/>
                    <a:pt x="1230757" y="824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05728" y="4844704"/>
            <a:ext cx="928739" cy="2048114"/>
            <a:chOff x="0" y="0"/>
            <a:chExt cx="1238318" cy="2730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-28956"/>
              <a:ext cx="1302131" cy="2759837"/>
            </a:xfrm>
            <a:custGeom>
              <a:avLst/>
              <a:gdLst/>
              <a:ahLst/>
              <a:cxnLst/>
              <a:rect r="r" b="b" t="t" l="l"/>
              <a:pathLst>
                <a:path h="2759837" w="1302131">
                  <a:moveTo>
                    <a:pt x="1220978" y="566293"/>
                  </a:moveTo>
                  <a:cubicBezTo>
                    <a:pt x="989203" y="1261872"/>
                    <a:pt x="479425" y="2759837"/>
                    <a:pt x="479425" y="2759837"/>
                  </a:cubicBezTo>
                  <a:lnTo>
                    <a:pt x="0" y="2652903"/>
                  </a:lnTo>
                  <a:lnTo>
                    <a:pt x="359410" y="319913"/>
                  </a:lnTo>
                  <a:cubicBezTo>
                    <a:pt x="385572" y="130937"/>
                    <a:pt x="606171" y="0"/>
                    <a:pt x="832866" y="34544"/>
                  </a:cubicBezTo>
                  <a:cubicBezTo>
                    <a:pt x="1086485" y="73279"/>
                    <a:pt x="1302131" y="322961"/>
                    <a:pt x="1220978" y="566293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15" id="115"/>
          <p:cNvSpPr/>
          <p:nvPr/>
        </p:nvSpPr>
        <p:spPr>
          <a:xfrm flipH="false" flipV="false" rot="0">
            <a:off x="10901380" y="4840438"/>
            <a:ext cx="937364" cy="2056736"/>
          </a:xfrm>
          <a:custGeom>
            <a:avLst/>
            <a:gdLst/>
            <a:ahLst/>
            <a:cxnLst/>
            <a:rect r="r" b="b" t="t" l="l"/>
            <a:pathLst>
              <a:path h="2056736" w="937364">
                <a:moveTo>
                  <a:pt x="0" y="0"/>
                </a:moveTo>
                <a:lnTo>
                  <a:pt x="937364" y="0"/>
                </a:lnTo>
                <a:lnTo>
                  <a:pt x="937364" y="2056736"/>
                </a:lnTo>
                <a:lnTo>
                  <a:pt x="0" y="2056736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262036" y="6724838"/>
            <a:ext cx="1118300" cy="629549"/>
            <a:chOff x="0" y="0"/>
            <a:chExt cx="1491067" cy="8393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91107" cy="839470"/>
            </a:xfrm>
            <a:custGeom>
              <a:avLst/>
              <a:gdLst/>
              <a:ahLst/>
              <a:cxnLst/>
              <a:rect r="r" b="b" t="t" l="l"/>
              <a:pathLst>
                <a:path h="839470" w="1491107">
                  <a:moveTo>
                    <a:pt x="0" y="724281"/>
                  </a:moveTo>
                  <a:lnTo>
                    <a:pt x="9398" y="822452"/>
                  </a:lnTo>
                  <a:lnTo>
                    <a:pt x="38735" y="839470"/>
                  </a:lnTo>
                  <a:lnTo>
                    <a:pt x="1491107" y="700151"/>
                  </a:lnTo>
                  <a:lnTo>
                    <a:pt x="1474470" y="525907"/>
                  </a:lnTo>
                  <a:cubicBezTo>
                    <a:pt x="1472438" y="504698"/>
                    <a:pt x="1460246" y="485775"/>
                    <a:pt x="1441831" y="475234"/>
                  </a:cubicBezTo>
                  <a:lnTo>
                    <a:pt x="1400429" y="43434"/>
                  </a:lnTo>
                  <a:lnTo>
                    <a:pt x="890524" y="0"/>
                  </a:lnTo>
                  <a:lnTo>
                    <a:pt x="772922" y="151003"/>
                  </a:lnTo>
                  <a:lnTo>
                    <a:pt x="537591" y="350139"/>
                  </a:lnTo>
                  <a:cubicBezTo>
                    <a:pt x="455041" y="419989"/>
                    <a:pt x="362585" y="477520"/>
                    <a:pt x="263398" y="520573"/>
                  </a:cubicBezTo>
                  <a:cubicBezTo>
                    <a:pt x="164211" y="563626"/>
                    <a:pt x="51308" y="612394"/>
                    <a:pt x="44831" y="613029"/>
                  </a:cubicBezTo>
                  <a:cubicBezTo>
                    <a:pt x="34417" y="614045"/>
                    <a:pt x="7620" y="699262"/>
                    <a:pt x="1270" y="719836"/>
                  </a:cubicBezTo>
                  <a:cubicBezTo>
                    <a:pt x="381" y="722757"/>
                    <a:pt x="0" y="724281"/>
                    <a:pt x="0" y="7242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267438" y="7191083"/>
            <a:ext cx="1112928" cy="163304"/>
            <a:chOff x="0" y="0"/>
            <a:chExt cx="1483904" cy="2177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83868" cy="217805"/>
            </a:xfrm>
            <a:custGeom>
              <a:avLst/>
              <a:gdLst/>
              <a:ahLst/>
              <a:cxnLst/>
              <a:rect r="r" b="b" t="t" l="l"/>
              <a:pathLst>
                <a:path h="217805" w="1483868">
                  <a:moveTo>
                    <a:pt x="0" y="177165"/>
                  </a:moveTo>
                  <a:lnTo>
                    <a:pt x="2286" y="200787"/>
                  </a:lnTo>
                  <a:lnTo>
                    <a:pt x="31623" y="217805"/>
                  </a:lnTo>
                  <a:lnTo>
                    <a:pt x="1483868" y="78486"/>
                  </a:lnTo>
                  <a:lnTo>
                    <a:pt x="1476375" y="0"/>
                  </a:lnTo>
                  <a:lnTo>
                    <a:pt x="0" y="17716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62065" y="7081216"/>
            <a:ext cx="1116878" cy="260450"/>
            <a:chOff x="0" y="0"/>
            <a:chExt cx="1489171" cy="3472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89202" cy="347218"/>
            </a:xfrm>
            <a:custGeom>
              <a:avLst/>
              <a:gdLst/>
              <a:ahLst/>
              <a:cxnLst/>
              <a:rect r="r" b="b" t="t" l="l"/>
              <a:pathLst>
                <a:path h="347218" w="1489202">
                  <a:moveTo>
                    <a:pt x="0" y="249047"/>
                  </a:moveTo>
                  <a:lnTo>
                    <a:pt x="9398" y="347218"/>
                  </a:lnTo>
                  <a:lnTo>
                    <a:pt x="1489202" y="205359"/>
                  </a:lnTo>
                  <a:lnTo>
                    <a:pt x="1474343" y="50673"/>
                  </a:lnTo>
                  <a:cubicBezTo>
                    <a:pt x="1472311" y="29464"/>
                    <a:pt x="1460119" y="10541"/>
                    <a:pt x="1441704" y="0"/>
                  </a:cubicBezTo>
                  <a:lnTo>
                    <a:pt x="1270" y="244729"/>
                  </a:lnTo>
                  <a:cubicBezTo>
                    <a:pt x="381" y="247650"/>
                    <a:pt x="0" y="249174"/>
                    <a:pt x="0" y="2491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259320" y="6902213"/>
            <a:ext cx="1088389" cy="386888"/>
          </a:xfrm>
          <a:custGeom>
            <a:avLst/>
            <a:gdLst/>
            <a:ahLst/>
            <a:cxnLst/>
            <a:rect r="r" b="b" t="t" l="l"/>
            <a:pathLst>
              <a:path h="386888" w="1088389">
                <a:moveTo>
                  <a:pt x="0" y="0"/>
                </a:moveTo>
                <a:lnTo>
                  <a:pt x="1088389" y="0"/>
                </a:lnTo>
                <a:lnTo>
                  <a:pt x="1088389" y="386888"/>
                </a:lnTo>
                <a:lnTo>
                  <a:pt x="0" y="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885865" y="4779217"/>
            <a:ext cx="2433794" cy="1886722"/>
          </a:xfrm>
          <a:custGeom>
            <a:avLst/>
            <a:gdLst/>
            <a:ahLst/>
            <a:cxnLst/>
            <a:rect r="r" b="b" t="t" l="l"/>
            <a:pathLst>
              <a:path h="1886722" w="2433794">
                <a:moveTo>
                  <a:pt x="0" y="0"/>
                </a:moveTo>
                <a:lnTo>
                  <a:pt x="2433794" y="0"/>
                </a:lnTo>
                <a:lnTo>
                  <a:pt x="2433794" y="1886722"/>
                </a:lnTo>
                <a:lnTo>
                  <a:pt x="0" y="188672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0881432" y="4774832"/>
            <a:ext cx="1872566" cy="1895465"/>
          </a:xfrm>
          <a:custGeom>
            <a:avLst/>
            <a:gdLst/>
            <a:ahLst/>
            <a:cxnLst/>
            <a:rect r="r" b="b" t="t" l="l"/>
            <a:pathLst>
              <a:path h="1895465" w="1872566">
                <a:moveTo>
                  <a:pt x="0" y="0"/>
                </a:moveTo>
                <a:lnTo>
                  <a:pt x="1872566" y="0"/>
                </a:lnTo>
                <a:lnTo>
                  <a:pt x="1872566" y="1895465"/>
                </a:lnTo>
                <a:lnTo>
                  <a:pt x="0" y="189546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495416" y="4890385"/>
            <a:ext cx="896094" cy="330440"/>
            <a:chOff x="0" y="0"/>
            <a:chExt cx="1194792" cy="44058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-762" y="-762"/>
              <a:ext cx="1196340" cy="441325"/>
            </a:xfrm>
            <a:custGeom>
              <a:avLst/>
              <a:gdLst/>
              <a:ahLst/>
              <a:cxnLst/>
              <a:rect r="r" b="b" t="t" l="l"/>
              <a:pathLst>
                <a:path h="441325" w="1196340">
                  <a:moveTo>
                    <a:pt x="1189736" y="441325"/>
                  </a:moveTo>
                  <a:cubicBezTo>
                    <a:pt x="1189101" y="441325"/>
                    <a:pt x="1188466" y="441198"/>
                    <a:pt x="1187704" y="440944"/>
                  </a:cubicBezTo>
                  <a:lnTo>
                    <a:pt x="4572" y="12065"/>
                  </a:lnTo>
                  <a:cubicBezTo>
                    <a:pt x="1524" y="10922"/>
                    <a:pt x="0" y="7620"/>
                    <a:pt x="1143" y="4572"/>
                  </a:cubicBezTo>
                  <a:cubicBezTo>
                    <a:pt x="2286" y="1524"/>
                    <a:pt x="5461" y="0"/>
                    <a:pt x="8509" y="1143"/>
                  </a:cubicBezTo>
                  <a:lnTo>
                    <a:pt x="1191768" y="430022"/>
                  </a:lnTo>
                  <a:cubicBezTo>
                    <a:pt x="1194816" y="431165"/>
                    <a:pt x="1196340" y="434467"/>
                    <a:pt x="1195197" y="437515"/>
                  </a:cubicBezTo>
                  <a:cubicBezTo>
                    <a:pt x="1194308" y="439928"/>
                    <a:pt x="1192149" y="441325"/>
                    <a:pt x="1189736" y="441325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82947" y="5478793"/>
            <a:ext cx="31531" cy="173659"/>
            <a:chOff x="0" y="0"/>
            <a:chExt cx="42042" cy="23154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381" y="-508"/>
              <a:ext cx="42799" cy="232156"/>
            </a:xfrm>
            <a:custGeom>
              <a:avLst/>
              <a:gdLst/>
              <a:ahLst/>
              <a:cxnLst/>
              <a:rect r="r" b="b" t="t" l="l"/>
              <a:pathLst>
                <a:path h="232156" w="42799">
                  <a:moveTo>
                    <a:pt x="36576" y="232029"/>
                  </a:moveTo>
                  <a:cubicBezTo>
                    <a:pt x="33655" y="232029"/>
                    <a:pt x="31242" y="229997"/>
                    <a:pt x="30861" y="227076"/>
                  </a:cubicBezTo>
                  <a:lnTo>
                    <a:pt x="381" y="7112"/>
                  </a:lnTo>
                  <a:cubicBezTo>
                    <a:pt x="0" y="3937"/>
                    <a:pt x="2159" y="1016"/>
                    <a:pt x="5334" y="508"/>
                  </a:cubicBezTo>
                  <a:cubicBezTo>
                    <a:pt x="8509" y="0"/>
                    <a:pt x="11557" y="2413"/>
                    <a:pt x="11938" y="5588"/>
                  </a:cubicBezTo>
                  <a:lnTo>
                    <a:pt x="42418" y="225552"/>
                  </a:lnTo>
                  <a:cubicBezTo>
                    <a:pt x="42799" y="228727"/>
                    <a:pt x="40640" y="231648"/>
                    <a:pt x="37465" y="232156"/>
                  </a:cubicBezTo>
                  <a:cubicBezTo>
                    <a:pt x="37211" y="232156"/>
                    <a:pt x="36957" y="232156"/>
                    <a:pt x="36703" y="232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960096" y="6009893"/>
            <a:ext cx="671126" cy="2060878"/>
            <a:chOff x="0" y="0"/>
            <a:chExt cx="894835" cy="274783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-1905"/>
              <a:ext cx="935101" cy="2749804"/>
            </a:xfrm>
            <a:custGeom>
              <a:avLst/>
              <a:gdLst/>
              <a:ahLst/>
              <a:cxnLst/>
              <a:rect r="r" b="b" t="t" l="l"/>
              <a:pathLst>
                <a:path h="2749804" w="935101">
                  <a:moveTo>
                    <a:pt x="889381" y="473075"/>
                  </a:moveTo>
                  <a:cubicBezTo>
                    <a:pt x="758952" y="1194689"/>
                    <a:pt x="467487" y="2749804"/>
                    <a:pt x="467487" y="2749804"/>
                  </a:cubicBezTo>
                  <a:lnTo>
                    <a:pt x="0" y="2667635"/>
                  </a:lnTo>
                  <a:lnTo>
                    <a:pt x="81280" y="392430"/>
                  </a:lnTo>
                  <a:cubicBezTo>
                    <a:pt x="80264" y="201803"/>
                    <a:pt x="200279" y="0"/>
                    <a:pt x="429514" y="1905"/>
                  </a:cubicBezTo>
                  <a:cubicBezTo>
                    <a:pt x="686054" y="4064"/>
                    <a:pt x="935101" y="220599"/>
                    <a:pt x="889381" y="473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10955735" y="6005568"/>
            <a:ext cx="679746" cy="2069590"/>
          </a:xfrm>
          <a:custGeom>
            <a:avLst/>
            <a:gdLst/>
            <a:ahLst/>
            <a:cxnLst/>
            <a:rect r="r" b="b" t="t" l="l"/>
            <a:pathLst>
              <a:path h="2069590" w="679746">
                <a:moveTo>
                  <a:pt x="0" y="0"/>
                </a:moveTo>
                <a:lnTo>
                  <a:pt x="679746" y="0"/>
                </a:lnTo>
                <a:lnTo>
                  <a:pt x="679746" y="2069590"/>
                </a:lnTo>
                <a:lnTo>
                  <a:pt x="0" y="206959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0914241" y="5449898"/>
            <a:ext cx="2464859" cy="2188642"/>
          </a:xfrm>
          <a:custGeom>
            <a:avLst/>
            <a:gdLst/>
            <a:ahLst/>
            <a:cxnLst/>
            <a:rect r="r" b="b" t="t" l="l"/>
            <a:pathLst>
              <a:path h="2188642" w="2464859">
                <a:moveTo>
                  <a:pt x="0" y="0"/>
                </a:moveTo>
                <a:lnTo>
                  <a:pt x="2464859" y="0"/>
                </a:lnTo>
                <a:lnTo>
                  <a:pt x="2464859" y="2188642"/>
                </a:lnTo>
                <a:lnTo>
                  <a:pt x="0" y="218864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415728" y="7915049"/>
            <a:ext cx="1091233" cy="792185"/>
            <a:chOff x="0" y="0"/>
            <a:chExt cx="1454978" cy="105624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55039" cy="1056386"/>
            </a:xfrm>
            <a:custGeom>
              <a:avLst/>
              <a:gdLst/>
              <a:ahLst/>
              <a:cxnLst/>
              <a:rect r="r" b="b" t="t" l="l"/>
              <a:pathLst>
                <a:path h="1056386" w="1455039">
                  <a:moveTo>
                    <a:pt x="0" y="951484"/>
                  </a:moveTo>
                  <a:lnTo>
                    <a:pt x="29210" y="1045718"/>
                  </a:lnTo>
                  <a:lnTo>
                    <a:pt x="61468" y="1056386"/>
                  </a:lnTo>
                  <a:lnTo>
                    <a:pt x="1455039" y="624586"/>
                  </a:lnTo>
                  <a:lnTo>
                    <a:pt x="1403223" y="457327"/>
                  </a:lnTo>
                  <a:cubicBezTo>
                    <a:pt x="1396873" y="437007"/>
                    <a:pt x="1381252" y="421005"/>
                    <a:pt x="1360932" y="414274"/>
                  </a:cubicBezTo>
                  <a:lnTo>
                    <a:pt x="1232535" y="0"/>
                  </a:lnTo>
                  <a:lnTo>
                    <a:pt x="724535" y="61214"/>
                  </a:lnTo>
                  <a:lnTo>
                    <a:pt x="640207" y="233045"/>
                  </a:lnTo>
                  <a:lnTo>
                    <a:pt x="450342" y="475869"/>
                  </a:lnTo>
                  <a:cubicBezTo>
                    <a:pt x="383667" y="561086"/>
                    <a:pt x="304927" y="636016"/>
                    <a:pt x="216535" y="698500"/>
                  </a:cubicBezTo>
                  <a:cubicBezTo>
                    <a:pt x="128143" y="760984"/>
                    <a:pt x="27559" y="831596"/>
                    <a:pt x="21209" y="833501"/>
                  </a:cubicBezTo>
                  <a:cubicBezTo>
                    <a:pt x="11303" y="836549"/>
                    <a:pt x="2413" y="925449"/>
                    <a:pt x="381" y="946912"/>
                  </a:cubicBezTo>
                  <a:cubicBezTo>
                    <a:pt x="127" y="949833"/>
                    <a:pt x="0" y="951484"/>
                    <a:pt x="0" y="9514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432369" y="8327012"/>
            <a:ext cx="1074622" cy="380221"/>
            <a:chOff x="0" y="0"/>
            <a:chExt cx="1432829" cy="50696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2814" cy="506984"/>
            </a:xfrm>
            <a:custGeom>
              <a:avLst/>
              <a:gdLst/>
              <a:ahLst/>
              <a:cxnLst/>
              <a:rect r="r" b="b" t="t" l="l"/>
              <a:pathLst>
                <a:path h="506984" w="1432814">
                  <a:moveTo>
                    <a:pt x="0" y="473710"/>
                  </a:moveTo>
                  <a:lnTo>
                    <a:pt x="6985" y="496316"/>
                  </a:lnTo>
                  <a:lnTo>
                    <a:pt x="39243" y="506984"/>
                  </a:lnTo>
                  <a:lnTo>
                    <a:pt x="1432814" y="75311"/>
                  </a:lnTo>
                  <a:lnTo>
                    <a:pt x="1409446" y="0"/>
                  </a:lnTo>
                  <a:lnTo>
                    <a:pt x="0" y="47371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415728" y="8225800"/>
            <a:ext cx="1086848" cy="473476"/>
            <a:chOff x="0" y="0"/>
            <a:chExt cx="1449131" cy="63130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49070" cy="631317"/>
            </a:xfrm>
            <a:custGeom>
              <a:avLst/>
              <a:gdLst/>
              <a:ahLst/>
              <a:cxnLst/>
              <a:rect r="r" b="b" t="t" l="l"/>
              <a:pathLst>
                <a:path h="631317" w="1449070">
                  <a:moveTo>
                    <a:pt x="0" y="537083"/>
                  </a:moveTo>
                  <a:lnTo>
                    <a:pt x="29210" y="631317"/>
                  </a:lnTo>
                  <a:lnTo>
                    <a:pt x="1449070" y="191516"/>
                  </a:lnTo>
                  <a:lnTo>
                    <a:pt x="1403223" y="43053"/>
                  </a:lnTo>
                  <a:cubicBezTo>
                    <a:pt x="1396873" y="22733"/>
                    <a:pt x="1381252" y="6731"/>
                    <a:pt x="1360932" y="0"/>
                  </a:cubicBezTo>
                  <a:lnTo>
                    <a:pt x="381" y="532511"/>
                  </a:lnTo>
                  <a:cubicBezTo>
                    <a:pt x="127" y="535432"/>
                    <a:pt x="0" y="537083"/>
                    <a:pt x="0" y="5370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0416322" y="8163498"/>
            <a:ext cx="1024439" cy="485507"/>
          </a:xfrm>
          <a:custGeom>
            <a:avLst/>
            <a:gdLst/>
            <a:ahLst/>
            <a:cxnLst/>
            <a:rect r="r" b="b" t="t" l="l"/>
            <a:pathLst>
              <a:path h="485507" w="1024439">
                <a:moveTo>
                  <a:pt x="0" y="0"/>
                </a:moveTo>
                <a:lnTo>
                  <a:pt x="1024438" y="0"/>
                </a:lnTo>
                <a:lnTo>
                  <a:pt x="1024438" y="485507"/>
                </a:lnTo>
                <a:lnTo>
                  <a:pt x="0" y="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1516461" y="6303030"/>
            <a:ext cx="107627" cy="132284"/>
            <a:chOff x="0" y="0"/>
            <a:chExt cx="143502" cy="1763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-762" y="-762"/>
              <a:ext cx="145034" cy="177165"/>
            </a:xfrm>
            <a:custGeom>
              <a:avLst/>
              <a:gdLst/>
              <a:ahLst/>
              <a:cxnLst/>
              <a:rect r="r" b="b" t="t" l="l"/>
              <a:pathLst>
                <a:path h="177165" w="145034">
                  <a:moveTo>
                    <a:pt x="138430" y="177165"/>
                  </a:moveTo>
                  <a:cubicBezTo>
                    <a:pt x="136779" y="177165"/>
                    <a:pt x="135001" y="176403"/>
                    <a:pt x="133858" y="175006"/>
                  </a:cubicBezTo>
                  <a:lnTo>
                    <a:pt x="2032" y="10160"/>
                  </a:lnTo>
                  <a:cubicBezTo>
                    <a:pt x="0" y="7747"/>
                    <a:pt x="508" y="4064"/>
                    <a:pt x="2921" y="2032"/>
                  </a:cubicBezTo>
                  <a:cubicBezTo>
                    <a:pt x="5334" y="0"/>
                    <a:pt x="9144" y="508"/>
                    <a:pt x="11049" y="2921"/>
                  </a:cubicBezTo>
                  <a:lnTo>
                    <a:pt x="143002" y="167640"/>
                  </a:lnTo>
                  <a:cubicBezTo>
                    <a:pt x="145034" y="170180"/>
                    <a:pt x="144653" y="173736"/>
                    <a:pt x="142113" y="175768"/>
                  </a:cubicBezTo>
                  <a:cubicBezTo>
                    <a:pt x="140970" y="176657"/>
                    <a:pt x="139700" y="177038"/>
                    <a:pt x="138430" y="1770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1725417" y="4943008"/>
            <a:ext cx="1102816" cy="299618"/>
            <a:chOff x="0" y="0"/>
            <a:chExt cx="1470421" cy="3994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72692" cy="401701"/>
            </a:xfrm>
            <a:custGeom>
              <a:avLst/>
              <a:gdLst/>
              <a:ahLst/>
              <a:cxnLst/>
              <a:rect r="r" b="b" t="t" l="l"/>
              <a:pathLst>
                <a:path h="401701" w="1472692">
                  <a:moveTo>
                    <a:pt x="1441450" y="399034"/>
                  </a:moveTo>
                  <a:lnTo>
                    <a:pt x="0" y="92456"/>
                  </a:lnTo>
                  <a:lnTo>
                    <a:pt x="19685" y="0"/>
                  </a:lnTo>
                  <a:lnTo>
                    <a:pt x="1452245" y="352171"/>
                  </a:lnTo>
                  <a:cubicBezTo>
                    <a:pt x="1464818" y="355219"/>
                    <a:pt x="1472692" y="367792"/>
                    <a:pt x="1470025" y="380492"/>
                  </a:cubicBezTo>
                  <a:cubicBezTo>
                    <a:pt x="1467231" y="393446"/>
                    <a:pt x="1454531" y="401701"/>
                    <a:pt x="1441577" y="398907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721026" y="4938652"/>
            <a:ext cx="1111518" cy="308371"/>
          </a:xfrm>
          <a:custGeom>
            <a:avLst/>
            <a:gdLst/>
            <a:ahLst/>
            <a:cxnLst/>
            <a:rect r="r" b="b" t="t" l="l"/>
            <a:pathLst>
              <a:path h="308371" w="1111518">
                <a:moveTo>
                  <a:pt x="0" y="0"/>
                </a:moveTo>
                <a:lnTo>
                  <a:pt x="1111518" y="0"/>
                </a:lnTo>
                <a:lnTo>
                  <a:pt x="1111518" y="308371"/>
                </a:lnTo>
                <a:lnTo>
                  <a:pt x="0" y="308371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1106085" y="4132338"/>
            <a:ext cx="1099901" cy="952990"/>
            <a:chOff x="0" y="0"/>
            <a:chExt cx="1466534" cy="12706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-635" y="-6350"/>
              <a:ext cx="1467866" cy="1283335"/>
            </a:xfrm>
            <a:custGeom>
              <a:avLst/>
              <a:gdLst/>
              <a:ahLst/>
              <a:cxnLst/>
              <a:rect r="r" b="b" t="t" l="l"/>
              <a:pathLst>
                <a:path h="1283335" w="1467866">
                  <a:moveTo>
                    <a:pt x="1397889" y="1275715"/>
                  </a:moveTo>
                  <a:lnTo>
                    <a:pt x="61976" y="991489"/>
                  </a:lnTo>
                  <a:cubicBezTo>
                    <a:pt x="35560" y="985901"/>
                    <a:pt x="16383" y="963295"/>
                    <a:pt x="15875" y="937133"/>
                  </a:cubicBezTo>
                  <a:lnTo>
                    <a:pt x="635" y="62357"/>
                  </a:lnTo>
                  <a:cubicBezTo>
                    <a:pt x="0" y="26670"/>
                    <a:pt x="33782" y="0"/>
                    <a:pt x="69977" y="7747"/>
                  </a:cubicBezTo>
                  <a:lnTo>
                    <a:pt x="1405890" y="291846"/>
                  </a:lnTo>
                  <a:cubicBezTo>
                    <a:pt x="1432306" y="297434"/>
                    <a:pt x="1451483" y="320040"/>
                    <a:pt x="1451991" y="346202"/>
                  </a:cubicBezTo>
                  <a:lnTo>
                    <a:pt x="1467231" y="1220978"/>
                  </a:lnTo>
                  <a:cubicBezTo>
                    <a:pt x="1467866" y="1256665"/>
                    <a:pt x="1434084" y="1283335"/>
                    <a:pt x="1398016" y="127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11101786" y="4127972"/>
            <a:ext cx="1108584" cy="961727"/>
          </a:xfrm>
          <a:custGeom>
            <a:avLst/>
            <a:gdLst/>
            <a:ahLst/>
            <a:cxnLst/>
            <a:rect r="r" b="b" t="t" l="l"/>
            <a:pathLst>
              <a:path h="961727" w="1108584">
                <a:moveTo>
                  <a:pt x="0" y="0"/>
                </a:moveTo>
                <a:lnTo>
                  <a:pt x="1108584" y="0"/>
                </a:lnTo>
                <a:lnTo>
                  <a:pt x="1108584" y="961727"/>
                </a:lnTo>
                <a:lnTo>
                  <a:pt x="0" y="961727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072650" y="4126582"/>
            <a:ext cx="1095245" cy="978193"/>
            <a:chOff x="0" y="0"/>
            <a:chExt cx="1460326" cy="130425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-381" y="-6477"/>
              <a:ext cx="1461135" cy="1317244"/>
            </a:xfrm>
            <a:custGeom>
              <a:avLst/>
              <a:gdLst/>
              <a:ahLst/>
              <a:cxnLst/>
              <a:rect r="r" b="b" t="t" l="l"/>
              <a:pathLst>
                <a:path h="1317244" w="1461135">
                  <a:moveTo>
                    <a:pt x="1390904" y="1309497"/>
                  </a:moveTo>
                  <a:lnTo>
                    <a:pt x="54991" y="1025271"/>
                  </a:lnTo>
                  <a:cubicBezTo>
                    <a:pt x="28575" y="1019683"/>
                    <a:pt x="9525" y="996442"/>
                    <a:pt x="9271" y="969391"/>
                  </a:cubicBezTo>
                  <a:lnTo>
                    <a:pt x="381" y="64770"/>
                  </a:lnTo>
                  <a:cubicBezTo>
                    <a:pt x="0" y="27813"/>
                    <a:pt x="34036" y="0"/>
                    <a:pt x="70104" y="7747"/>
                  </a:cubicBezTo>
                  <a:lnTo>
                    <a:pt x="1406144" y="291973"/>
                  </a:lnTo>
                  <a:cubicBezTo>
                    <a:pt x="1432560" y="297561"/>
                    <a:pt x="1451610" y="320802"/>
                    <a:pt x="1451864" y="347853"/>
                  </a:cubicBezTo>
                  <a:lnTo>
                    <a:pt x="1460754" y="1252474"/>
                  </a:lnTo>
                  <a:cubicBezTo>
                    <a:pt x="1461135" y="1289431"/>
                    <a:pt x="1427099" y="1317244"/>
                    <a:pt x="1391031" y="13094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5267400">
            <a:off x="11519264" y="4559912"/>
            <a:ext cx="113845" cy="75916"/>
            <a:chOff x="0" y="0"/>
            <a:chExt cx="151794" cy="10122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1892" cy="101346"/>
            </a:xfrm>
            <a:custGeom>
              <a:avLst/>
              <a:gdLst/>
              <a:ahLst/>
              <a:cxnLst/>
              <a:rect r="r" b="b" t="t" l="l"/>
              <a:pathLst>
                <a:path h="101346" w="151892">
                  <a:moveTo>
                    <a:pt x="151765" y="50673"/>
                  </a:moveTo>
                  <a:cubicBezTo>
                    <a:pt x="151765" y="78613"/>
                    <a:pt x="117729" y="101346"/>
                    <a:pt x="75819" y="101346"/>
                  </a:cubicBezTo>
                  <a:cubicBezTo>
                    <a:pt x="33909" y="101346"/>
                    <a:pt x="0" y="78613"/>
                    <a:pt x="0" y="50673"/>
                  </a:cubicBezTo>
                  <a:cubicBezTo>
                    <a:pt x="0" y="22733"/>
                    <a:pt x="34036" y="0"/>
                    <a:pt x="75946" y="0"/>
                  </a:cubicBezTo>
                  <a:cubicBezTo>
                    <a:pt x="117856" y="0"/>
                    <a:pt x="151892" y="22606"/>
                    <a:pt x="151892" y="506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40997" y="3768685"/>
            <a:ext cx="1528958" cy="1995173"/>
            <a:chOff x="0" y="0"/>
            <a:chExt cx="2038611" cy="266023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38604" cy="2660269"/>
            </a:xfrm>
            <a:custGeom>
              <a:avLst/>
              <a:gdLst/>
              <a:ahLst/>
              <a:cxnLst/>
              <a:rect r="r" b="b" t="t" l="l"/>
              <a:pathLst>
                <a:path h="2660269" w="2038604">
                  <a:moveTo>
                    <a:pt x="2038604" y="484886"/>
                  </a:moveTo>
                  <a:lnTo>
                    <a:pt x="1510792" y="94361"/>
                  </a:lnTo>
                  <a:cubicBezTo>
                    <a:pt x="1368933" y="168275"/>
                    <a:pt x="1252093" y="153289"/>
                    <a:pt x="1182116" y="136906"/>
                  </a:cubicBezTo>
                  <a:cubicBezTo>
                    <a:pt x="1055116" y="107315"/>
                    <a:pt x="1053338" y="0"/>
                    <a:pt x="1053338" y="0"/>
                  </a:cubicBezTo>
                  <a:lnTo>
                    <a:pt x="510794" y="36195"/>
                  </a:lnTo>
                  <a:cubicBezTo>
                    <a:pt x="510794" y="36195"/>
                    <a:pt x="420878" y="649986"/>
                    <a:pt x="362966" y="862457"/>
                  </a:cubicBezTo>
                  <a:lnTo>
                    <a:pt x="0" y="1856740"/>
                  </a:lnTo>
                  <a:lnTo>
                    <a:pt x="347853" y="2327529"/>
                  </a:lnTo>
                  <a:lnTo>
                    <a:pt x="498221" y="2103120"/>
                  </a:lnTo>
                  <a:lnTo>
                    <a:pt x="441960" y="2394458"/>
                  </a:lnTo>
                  <a:lnTo>
                    <a:pt x="1377569" y="2660269"/>
                  </a:lnTo>
                  <a:lnTo>
                    <a:pt x="1773809" y="913257"/>
                  </a:lnTo>
                  <a:cubicBezTo>
                    <a:pt x="1699895" y="573405"/>
                    <a:pt x="2038604" y="484886"/>
                    <a:pt x="2038604" y="4848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2255116" y="3764317"/>
            <a:ext cx="1264211" cy="1754425"/>
          </a:xfrm>
          <a:custGeom>
            <a:avLst/>
            <a:gdLst/>
            <a:ahLst/>
            <a:cxnLst/>
            <a:rect r="r" b="b" t="t" l="l"/>
            <a:pathLst>
              <a:path h="1754425" w="1264211">
                <a:moveTo>
                  <a:pt x="0" y="0"/>
                </a:moveTo>
                <a:lnTo>
                  <a:pt x="1264211" y="0"/>
                </a:lnTo>
                <a:lnTo>
                  <a:pt x="1264211" y="1754425"/>
                </a:lnTo>
                <a:lnTo>
                  <a:pt x="0" y="1754425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2668135" y="5095664"/>
            <a:ext cx="860971" cy="672551"/>
            <a:chOff x="0" y="0"/>
            <a:chExt cx="1147962" cy="89673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-508" y="-508"/>
              <a:ext cx="1149096" cy="897255"/>
            </a:xfrm>
            <a:custGeom>
              <a:avLst/>
              <a:gdLst/>
              <a:ahLst/>
              <a:cxnLst/>
              <a:rect r="r" b="b" t="t" l="l"/>
              <a:pathLst>
                <a:path h="897255" w="1149096">
                  <a:moveTo>
                    <a:pt x="941832" y="897255"/>
                  </a:moveTo>
                  <a:cubicBezTo>
                    <a:pt x="941324" y="897255"/>
                    <a:pt x="940689" y="897128"/>
                    <a:pt x="940181" y="897001"/>
                  </a:cubicBezTo>
                  <a:lnTo>
                    <a:pt x="4699" y="631317"/>
                  </a:lnTo>
                  <a:cubicBezTo>
                    <a:pt x="1778" y="630555"/>
                    <a:pt x="0" y="627634"/>
                    <a:pt x="635" y="624586"/>
                  </a:cubicBezTo>
                  <a:lnTo>
                    <a:pt x="56896" y="333121"/>
                  </a:lnTo>
                  <a:cubicBezTo>
                    <a:pt x="57531" y="329946"/>
                    <a:pt x="60579" y="327914"/>
                    <a:pt x="63754" y="328549"/>
                  </a:cubicBezTo>
                  <a:cubicBezTo>
                    <a:pt x="66929" y="329184"/>
                    <a:pt x="68961" y="332232"/>
                    <a:pt x="68326" y="335407"/>
                  </a:cubicBezTo>
                  <a:lnTo>
                    <a:pt x="13081" y="621538"/>
                  </a:lnTo>
                  <a:lnTo>
                    <a:pt x="937641" y="884174"/>
                  </a:lnTo>
                  <a:lnTo>
                    <a:pt x="1137031" y="5080"/>
                  </a:lnTo>
                  <a:cubicBezTo>
                    <a:pt x="1137666" y="1905"/>
                    <a:pt x="1140841" y="0"/>
                    <a:pt x="1144016" y="762"/>
                  </a:cubicBezTo>
                  <a:cubicBezTo>
                    <a:pt x="1147191" y="1524"/>
                    <a:pt x="1149096" y="4572"/>
                    <a:pt x="1148334" y="7747"/>
                  </a:cubicBezTo>
                  <a:lnTo>
                    <a:pt x="947547" y="892683"/>
                  </a:lnTo>
                  <a:cubicBezTo>
                    <a:pt x="947166" y="894207"/>
                    <a:pt x="946277" y="895604"/>
                    <a:pt x="944880" y="896366"/>
                  </a:cubicBezTo>
                  <a:cubicBezTo>
                    <a:pt x="943991" y="896874"/>
                    <a:pt x="942975" y="897128"/>
                    <a:pt x="941959" y="8971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298639" y="4099852"/>
            <a:ext cx="640540" cy="1301875"/>
            <a:chOff x="0" y="0"/>
            <a:chExt cx="854053" cy="17358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21844" y="-17399"/>
              <a:ext cx="912368" cy="1786509"/>
            </a:xfrm>
            <a:custGeom>
              <a:avLst/>
              <a:gdLst/>
              <a:ahLst/>
              <a:cxnLst/>
              <a:rect r="r" b="b" t="t" l="l"/>
              <a:pathLst>
                <a:path h="1786509" w="912368">
                  <a:moveTo>
                    <a:pt x="859028" y="422910"/>
                  </a:moveTo>
                  <a:lnTo>
                    <a:pt x="550545" y="1532890"/>
                  </a:lnTo>
                  <a:cubicBezTo>
                    <a:pt x="501396" y="1693799"/>
                    <a:pt x="333248" y="1786509"/>
                    <a:pt x="170815" y="1742186"/>
                  </a:cubicBezTo>
                  <a:cubicBezTo>
                    <a:pt x="1270" y="1695831"/>
                    <a:pt x="0" y="1530985"/>
                    <a:pt x="51689" y="1362837"/>
                  </a:cubicBezTo>
                  <a:lnTo>
                    <a:pt x="380873" y="163195"/>
                  </a:lnTo>
                  <a:cubicBezTo>
                    <a:pt x="427990" y="10287"/>
                    <a:pt x="501650" y="0"/>
                    <a:pt x="658368" y="32385"/>
                  </a:cubicBezTo>
                  <a:cubicBezTo>
                    <a:pt x="837438" y="69342"/>
                    <a:pt x="912368" y="248158"/>
                    <a:pt x="858901" y="423037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976170" y="4759650"/>
            <a:ext cx="524094" cy="340420"/>
            <a:chOff x="0" y="0"/>
            <a:chExt cx="698792" cy="45389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-762" y="-39370"/>
              <a:ext cx="699516" cy="493268"/>
            </a:xfrm>
            <a:custGeom>
              <a:avLst/>
              <a:gdLst/>
              <a:ahLst/>
              <a:cxnLst/>
              <a:rect r="r" b="b" t="t" l="l"/>
              <a:pathLst>
                <a:path h="493268" w="699516">
                  <a:moveTo>
                    <a:pt x="699516" y="306705"/>
                  </a:moveTo>
                  <a:cubicBezTo>
                    <a:pt x="699516" y="306705"/>
                    <a:pt x="388493" y="118364"/>
                    <a:pt x="297180" y="55753"/>
                  </a:cubicBezTo>
                  <a:cubicBezTo>
                    <a:pt x="216154" y="0"/>
                    <a:pt x="91059" y="101473"/>
                    <a:pt x="25654" y="143637"/>
                  </a:cubicBezTo>
                  <a:cubicBezTo>
                    <a:pt x="11303" y="152908"/>
                    <a:pt x="1905" y="168275"/>
                    <a:pt x="762" y="185293"/>
                  </a:cubicBezTo>
                  <a:cubicBezTo>
                    <a:pt x="0" y="197866"/>
                    <a:pt x="11684" y="206629"/>
                    <a:pt x="28067" y="216408"/>
                  </a:cubicBezTo>
                  <a:cubicBezTo>
                    <a:pt x="50038" y="229362"/>
                    <a:pt x="205232" y="163068"/>
                    <a:pt x="240284" y="179451"/>
                  </a:cubicBezTo>
                  <a:cubicBezTo>
                    <a:pt x="264795" y="191008"/>
                    <a:pt x="597662" y="493268"/>
                    <a:pt x="597662" y="493268"/>
                  </a:cubicBezTo>
                  <a:lnTo>
                    <a:pt x="699516" y="30670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981081" y="4834921"/>
            <a:ext cx="518429" cy="346786"/>
            <a:chOff x="0" y="0"/>
            <a:chExt cx="691238" cy="4623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-5080" y="-37973"/>
              <a:ext cx="696341" cy="500380"/>
            </a:xfrm>
            <a:custGeom>
              <a:avLst/>
              <a:gdLst/>
              <a:ahLst/>
              <a:cxnLst/>
              <a:rect r="r" b="b" t="t" l="l"/>
              <a:pathLst>
                <a:path h="500380" w="696341">
                  <a:moveTo>
                    <a:pt x="696341" y="332232"/>
                  </a:moveTo>
                  <a:cubicBezTo>
                    <a:pt x="696341" y="332232"/>
                    <a:pt x="412623" y="125476"/>
                    <a:pt x="321310" y="62738"/>
                  </a:cubicBezTo>
                  <a:cubicBezTo>
                    <a:pt x="229997" y="0"/>
                    <a:pt x="92075" y="72390"/>
                    <a:pt x="50673" y="102870"/>
                  </a:cubicBezTo>
                  <a:cubicBezTo>
                    <a:pt x="2540" y="131191"/>
                    <a:pt x="0" y="161798"/>
                    <a:pt x="9398" y="176784"/>
                  </a:cubicBezTo>
                  <a:cubicBezTo>
                    <a:pt x="21463" y="195961"/>
                    <a:pt x="48006" y="192786"/>
                    <a:pt x="77216" y="183388"/>
                  </a:cubicBezTo>
                  <a:cubicBezTo>
                    <a:pt x="167894" y="154178"/>
                    <a:pt x="238125" y="149225"/>
                    <a:pt x="270129" y="164211"/>
                  </a:cubicBezTo>
                  <a:cubicBezTo>
                    <a:pt x="294640" y="175768"/>
                    <a:pt x="621665" y="500380"/>
                    <a:pt x="621665" y="500380"/>
                  </a:cubicBezTo>
                  <a:lnTo>
                    <a:pt x="696341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012574" y="4892651"/>
            <a:ext cx="541099" cy="290479"/>
            <a:chOff x="0" y="0"/>
            <a:chExt cx="721466" cy="38730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21844" y="-39116"/>
              <a:ext cx="743458" cy="426466"/>
            </a:xfrm>
            <a:custGeom>
              <a:avLst/>
              <a:gdLst/>
              <a:ahLst/>
              <a:cxnLst/>
              <a:rect r="r" b="b" t="t" l="l"/>
              <a:pathLst>
                <a:path h="426466" w="743458">
                  <a:moveTo>
                    <a:pt x="743331" y="332232"/>
                  </a:moveTo>
                  <a:cubicBezTo>
                    <a:pt x="743331" y="332232"/>
                    <a:pt x="459613" y="125476"/>
                    <a:pt x="368300" y="62738"/>
                  </a:cubicBezTo>
                  <a:cubicBezTo>
                    <a:pt x="276987" y="0"/>
                    <a:pt x="98298" y="79502"/>
                    <a:pt x="57785" y="104394"/>
                  </a:cubicBezTo>
                  <a:cubicBezTo>
                    <a:pt x="0" y="133731"/>
                    <a:pt x="24003" y="164846"/>
                    <a:pt x="46482" y="172085"/>
                  </a:cubicBezTo>
                  <a:cubicBezTo>
                    <a:pt x="68453" y="185166"/>
                    <a:pt x="237236" y="124587"/>
                    <a:pt x="272288" y="141097"/>
                  </a:cubicBezTo>
                  <a:cubicBezTo>
                    <a:pt x="296799" y="152654"/>
                    <a:pt x="654304" y="426466"/>
                    <a:pt x="654304" y="426466"/>
                  </a:cubicBezTo>
                  <a:lnTo>
                    <a:pt x="743458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35027" y="4965143"/>
            <a:ext cx="505285" cy="238289"/>
            <a:chOff x="0" y="0"/>
            <a:chExt cx="673714" cy="31771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-5588" y="-28321"/>
              <a:ext cx="679323" cy="386207"/>
            </a:xfrm>
            <a:custGeom>
              <a:avLst/>
              <a:gdLst/>
              <a:ahLst/>
              <a:cxnLst/>
              <a:rect r="r" b="b" t="t" l="l"/>
              <a:pathLst>
                <a:path h="386207" w="679323">
                  <a:moveTo>
                    <a:pt x="679323" y="304419"/>
                  </a:moveTo>
                  <a:cubicBezTo>
                    <a:pt x="679323" y="304419"/>
                    <a:pt x="412623" y="115316"/>
                    <a:pt x="327025" y="57658"/>
                  </a:cubicBezTo>
                  <a:cubicBezTo>
                    <a:pt x="241427" y="0"/>
                    <a:pt x="16383" y="38481"/>
                    <a:pt x="6604" y="77343"/>
                  </a:cubicBezTo>
                  <a:cubicBezTo>
                    <a:pt x="0" y="118618"/>
                    <a:pt x="27051" y="117348"/>
                    <a:pt x="45339" y="121285"/>
                  </a:cubicBezTo>
                  <a:cubicBezTo>
                    <a:pt x="75946" y="127000"/>
                    <a:pt x="180594" y="122047"/>
                    <a:pt x="230886" y="149987"/>
                  </a:cubicBezTo>
                  <a:cubicBezTo>
                    <a:pt x="237617" y="153797"/>
                    <a:pt x="302133" y="264795"/>
                    <a:pt x="393319" y="320675"/>
                  </a:cubicBezTo>
                  <a:cubicBezTo>
                    <a:pt x="500380" y="386207"/>
                    <a:pt x="679196" y="304546"/>
                    <a:pt x="679196" y="30454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67" id="167"/>
          <p:cNvSpPr/>
          <p:nvPr/>
        </p:nvSpPr>
        <p:spPr>
          <a:xfrm flipH="false" flipV="false" rot="0">
            <a:off x="11996468" y="4816349"/>
            <a:ext cx="292040" cy="194821"/>
          </a:xfrm>
          <a:custGeom>
            <a:avLst/>
            <a:gdLst/>
            <a:ahLst/>
            <a:cxnLst/>
            <a:rect r="r" b="b" t="t" l="l"/>
            <a:pathLst>
              <a:path h="194821" w="292040">
                <a:moveTo>
                  <a:pt x="0" y="0"/>
                </a:moveTo>
                <a:lnTo>
                  <a:pt x="292041" y="0"/>
                </a:lnTo>
                <a:lnTo>
                  <a:pt x="292041" y="194821"/>
                </a:lnTo>
                <a:lnTo>
                  <a:pt x="0" y="194821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2374074" y="4935197"/>
            <a:ext cx="1095418" cy="469468"/>
            <a:chOff x="0" y="0"/>
            <a:chExt cx="1460557" cy="62595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-20574" y="0"/>
              <a:ext cx="1481074" cy="625983"/>
            </a:xfrm>
            <a:custGeom>
              <a:avLst/>
              <a:gdLst/>
              <a:ahLst/>
              <a:cxnLst/>
              <a:rect r="r" b="b" t="t" l="l"/>
              <a:pathLst>
                <a:path h="625983" w="1481074">
                  <a:moveTo>
                    <a:pt x="1379347" y="94615"/>
                  </a:moveTo>
                  <a:lnTo>
                    <a:pt x="135255" y="0"/>
                  </a:lnTo>
                  <a:cubicBezTo>
                    <a:pt x="135255" y="0"/>
                    <a:pt x="0" y="345313"/>
                    <a:pt x="23241" y="351028"/>
                  </a:cubicBezTo>
                  <a:cubicBezTo>
                    <a:pt x="46482" y="356743"/>
                    <a:pt x="1481074" y="625983"/>
                    <a:pt x="1481074" y="625983"/>
                  </a:cubicBezTo>
                  <a:lnTo>
                    <a:pt x="1379347" y="9461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145775" y="4755163"/>
            <a:ext cx="380250" cy="217004"/>
            <a:chOff x="0" y="0"/>
            <a:chExt cx="507000" cy="28933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635" y="-6223"/>
              <a:ext cx="508508" cy="295529"/>
            </a:xfrm>
            <a:custGeom>
              <a:avLst/>
              <a:gdLst/>
              <a:ahLst/>
              <a:cxnLst/>
              <a:rect r="r" b="b" t="t" l="l"/>
              <a:pathLst>
                <a:path h="295529" w="508508">
                  <a:moveTo>
                    <a:pt x="501777" y="295529"/>
                  </a:moveTo>
                  <a:cubicBezTo>
                    <a:pt x="500761" y="295529"/>
                    <a:pt x="499745" y="295275"/>
                    <a:pt x="498856" y="294767"/>
                  </a:cubicBezTo>
                  <a:cubicBezTo>
                    <a:pt x="495300" y="292608"/>
                    <a:pt x="141605" y="81534"/>
                    <a:pt x="86995" y="46228"/>
                  </a:cubicBezTo>
                  <a:cubicBezTo>
                    <a:pt x="35433" y="12954"/>
                    <a:pt x="8001" y="18161"/>
                    <a:pt x="7747" y="18161"/>
                  </a:cubicBezTo>
                  <a:cubicBezTo>
                    <a:pt x="4699" y="18923"/>
                    <a:pt x="1524" y="17018"/>
                    <a:pt x="762" y="13843"/>
                  </a:cubicBezTo>
                  <a:cubicBezTo>
                    <a:pt x="0" y="10668"/>
                    <a:pt x="2032" y="7620"/>
                    <a:pt x="5080" y="6858"/>
                  </a:cubicBezTo>
                  <a:cubicBezTo>
                    <a:pt x="6350" y="6604"/>
                    <a:pt x="36703" y="0"/>
                    <a:pt x="93345" y="36449"/>
                  </a:cubicBezTo>
                  <a:cubicBezTo>
                    <a:pt x="147701" y="71628"/>
                    <a:pt x="501269" y="282575"/>
                    <a:pt x="504825" y="284734"/>
                  </a:cubicBezTo>
                  <a:cubicBezTo>
                    <a:pt x="507619" y="286385"/>
                    <a:pt x="508508" y="289941"/>
                    <a:pt x="506857" y="292735"/>
                  </a:cubicBezTo>
                  <a:cubicBezTo>
                    <a:pt x="505714" y="294513"/>
                    <a:pt x="503809" y="295529"/>
                    <a:pt x="501904" y="2955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199675" y="5052001"/>
            <a:ext cx="267492" cy="158718"/>
            <a:chOff x="0" y="0"/>
            <a:chExt cx="356656" cy="21162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-762" y="-635"/>
              <a:ext cx="358013" cy="212217"/>
            </a:xfrm>
            <a:custGeom>
              <a:avLst/>
              <a:gdLst/>
              <a:ahLst/>
              <a:cxnLst/>
              <a:rect r="r" b="b" t="t" l="l"/>
              <a:pathLst>
                <a:path h="212217" w="358013">
                  <a:moveTo>
                    <a:pt x="277368" y="212217"/>
                  </a:moveTo>
                  <a:cubicBezTo>
                    <a:pt x="252349" y="212217"/>
                    <a:pt x="226949" y="206756"/>
                    <a:pt x="191262" y="194437"/>
                  </a:cubicBezTo>
                  <a:cubicBezTo>
                    <a:pt x="116713" y="168910"/>
                    <a:pt x="6477" y="16383"/>
                    <a:pt x="1905" y="9779"/>
                  </a:cubicBezTo>
                  <a:cubicBezTo>
                    <a:pt x="0" y="7239"/>
                    <a:pt x="508" y="3556"/>
                    <a:pt x="3175" y="1778"/>
                  </a:cubicBezTo>
                  <a:cubicBezTo>
                    <a:pt x="5842" y="0"/>
                    <a:pt x="9398" y="508"/>
                    <a:pt x="11303" y="3048"/>
                  </a:cubicBezTo>
                  <a:cubicBezTo>
                    <a:pt x="12319" y="4572"/>
                    <a:pt x="123952" y="159004"/>
                    <a:pt x="194945" y="183515"/>
                  </a:cubicBezTo>
                  <a:cubicBezTo>
                    <a:pt x="264668" y="207518"/>
                    <a:pt x="292735" y="203835"/>
                    <a:pt x="350012" y="188214"/>
                  </a:cubicBezTo>
                  <a:cubicBezTo>
                    <a:pt x="353060" y="187325"/>
                    <a:pt x="356235" y="189230"/>
                    <a:pt x="357124" y="192278"/>
                  </a:cubicBezTo>
                  <a:cubicBezTo>
                    <a:pt x="358013" y="195326"/>
                    <a:pt x="356108" y="198501"/>
                    <a:pt x="353060" y="199390"/>
                  </a:cubicBezTo>
                  <a:cubicBezTo>
                    <a:pt x="322961" y="207645"/>
                    <a:pt x="300228" y="212217"/>
                    <a:pt x="277241" y="2122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232615" y="4069075"/>
            <a:ext cx="733565" cy="1333390"/>
            <a:chOff x="0" y="0"/>
            <a:chExt cx="978086" cy="177785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-36957" y="-27051"/>
              <a:ext cx="1057275" cy="1839849"/>
            </a:xfrm>
            <a:custGeom>
              <a:avLst/>
              <a:gdLst/>
              <a:ahLst/>
              <a:cxnLst/>
              <a:rect r="r" b="b" t="t" l="l"/>
              <a:pathLst>
                <a:path h="1839849" w="1057275">
                  <a:moveTo>
                    <a:pt x="274066" y="1792859"/>
                  </a:moveTo>
                  <a:cubicBezTo>
                    <a:pt x="442341" y="1839849"/>
                    <a:pt x="617601" y="1745234"/>
                    <a:pt x="670560" y="1578737"/>
                  </a:cubicBezTo>
                  <a:lnTo>
                    <a:pt x="999109" y="479933"/>
                  </a:lnTo>
                  <a:cubicBezTo>
                    <a:pt x="1057275" y="295910"/>
                    <a:pt x="950849" y="100584"/>
                    <a:pt x="764794" y="49530"/>
                  </a:cubicBezTo>
                  <a:cubicBezTo>
                    <a:pt x="584200" y="0"/>
                    <a:pt x="479425" y="24003"/>
                    <a:pt x="429260" y="204470"/>
                  </a:cubicBezTo>
                  <a:lnTo>
                    <a:pt x="49530" y="1391158"/>
                  </a:lnTo>
                  <a:cubicBezTo>
                    <a:pt x="0" y="1564132"/>
                    <a:pt x="100838" y="1744345"/>
                    <a:pt x="274066" y="17927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39966" y="4935197"/>
            <a:ext cx="902952" cy="464472"/>
            <a:chOff x="0" y="0"/>
            <a:chExt cx="1203936" cy="6192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03960" cy="619379"/>
            </a:xfrm>
            <a:custGeom>
              <a:avLst/>
              <a:gdLst/>
              <a:ahLst/>
              <a:cxnLst/>
              <a:rect r="r" b="b" t="t" l="l"/>
              <a:pathLst>
                <a:path h="619379" w="1203960">
                  <a:moveTo>
                    <a:pt x="1054862" y="69469"/>
                  </a:moveTo>
                  <a:lnTo>
                    <a:pt x="63754" y="0"/>
                  </a:lnTo>
                  <a:lnTo>
                    <a:pt x="0" y="403479"/>
                  </a:lnTo>
                  <a:lnTo>
                    <a:pt x="1203960" y="619379"/>
                  </a:lnTo>
                  <a:lnTo>
                    <a:pt x="1054862" y="69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32276" y="4929823"/>
            <a:ext cx="155464" cy="307934"/>
            <a:chOff x="0" y="0"/>
            <a:chExt cx="207285" cy="41057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7264" cy="410591"/>
            </a:xfrm>
            <a:custGeom>
              <a:avLst/>
              <a:gdLst/>
              <a:ahLst/>
              <a:cxnLst/>
              <a:rect r="r" b="b" t="t" l="l"/>
              <a:pathLst>
                <a:path h="410591" w="207264">
                  <a:moveTo>
                    <a:pt x="207264" y="7112"/>
                  </a:moveTo>
                  <a:lnTo>
                    <a:pt x="75057" y="0"/>
                  </a:lnTo>
                  <a:lnTo>
                    <a:pt x="0" y="380111"/>
                  </a:lnTo>
                  <a:lnTo>
                    <a:pt x="143637" y="410591"/>
                  </a:lnTo>
                  <a:lnTo>
                    <a:pt x="207264" y="7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36165" y="4930814"/>
            <a:ext cx="55956" cy="307698"/>
            <a:chOff x="0" y="0"/>
            <a:chExt cx="74608" cy="4102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-381" y="-381"/>
              <a:ext cx="75311" cy="410718"/>
            </a:xfrm>
            <a:custGeom>
              <a:avLst/>
              <a:gdLst/>
              <a:ahLst/>
              <a:cxnLst/>
              <a:rect r="r" b="b" t="t" l="l"/>
              <a:pathLst>
                <a:path h="410718" w="75311">
                  <a:moveTo>
                    <a:pt x="6223" y="410591"/>
                  </a:moveTo>
                  <a:cubicBezTo>
                    <a:pt x="5969" y="410591"/>
                    <a:pt x="5588" y="410591"/>
                    <a:pt x="5334" y="410464"/>
                  </a:cubicBezTo>
                  <a:cubicBezTo>
                    <a:pt x="2159" y="409956"/>
                    <a:pt x="0" y="407035"/>
                    <a:pt x="508" y="403860"/>
                  </a:cubicBezTo>
                  <a:lnTo>
                    <a:pt x="63373" y="5334"/>
                  </a:lnTo>
                  <a:cubicBezTo>
                    <a:pt x="63881" y="2159"/>
                    <a:pt x="66802" y="0"/>
                    <a:pt x="69977" y="508"/>
                  </a:cubicBezTo>
                  <a:cubicBezTo>
                    <a:pt x="73152" y="1016"/>
                    <a:pt x="75311" y="3937"/>
                    <a:pt x="74803" y="7112"/>
                  </a:cubicBezTo>
                  <a:lnTo>
                    <a:pt x="11938" y="405765"/>
                  </a:lnTo>
                  <a:cubicBezTo>
                    <a:pt x="11430" y="408686"/>
                    <a:pt x="9017" y="410718"/>
                    <a:pt x="6223" y="410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2" id="182"/>
          <p:cNvSpPr/>
          <p:nvPr/>
        </p:nvSpPr>
        <p:spPr>
          <a:xfrm flipH="false" flipV="false" rot="0">
            <a:off x="12476827" y="4108433"/>
            <a:ext cx="629682" cy="1102694"/>
          </a:xfrm>
          <a:custGeom>
            <a:avLst/>
            <a:gdLst/>
            <a:ahLst/>
            <a:cxnLst/>
            <a:rect r="r" b="b" t="t" l="l"/>
            <a:pathLst>
              <a:path h="1102694" w="629682">
                <a:moveTo>
                  <a:pt x="0" y="0"/>
                </a:moveTo>
                <a:lnTo>
                  <a:pt x="629682" y="0"/>
                </a:lnTo>
                <a:lnTo>
                  <a:pt x="629682" y="1102694"/>
                </a:lnTo>
                <a:lnTo>
                  <a:pt x="0" y="110269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427919" y="3835105"/>
            <a:ext cx="1541465" cy="1575570"/>
          </a:xfrm>
          <a:custGeom>
            <a:avLst/>
            <a:gdLst/>
            <a:ahLst/>
            <a:cxnLst/>
            <a:rect r="r" b="b" t="t" l="l"/>
            <a:pathLst>
              <a:path h="1575570" w="1541465">
                <a:moveTo>
                  <a:pt x="0" y="0"/>
                </a:moveTo>
                <a:lnTo>
                  <a:pt x="1541465" y="0"/>
                </a:lnTo>
                <a:lnTo>
                  <a:pt x="1541465" y="1575570"/>
                </a:lnTo>
                <a:lnTo>
                  <a:pt x="0" y="157557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3257391" y="4426458"/>
            <a:ext cx="200372" cy="565225"/>
            <a:chOff x="0" y="0"/>
            <a:chExt cx="267163" cy="75363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-762" y="-762"/>
              <a:ext cx="268732" cy="754380"/>
            </a:xfrm>
            <a:custGeom>
              <a:avLst/>
              <a:gdLst/>
              <a:ahLst/>
              <a:cxnLst/>
              <a:rect r="r" b="b" t="t" l="l"/>
              <a:pathLst>
                <a:path h="754380" w="268732">
                  <a:moveTo>
                    <a:pt x="6604" y="754380"/>
                  </a:moveTo>
                  <a:cubicBezTo>
                    <a:pt x="5969" y="754380"/>
                    <a:pt x="5334" y="754253"/>
                    <a:pt x="4699" y="754126"/>
                  </a:cubicBezTo>
                  <a:cubicBezTo>
                    <a:pt x="1651" y="753110"/>
                    <a:pt x="0" y="749808"/>
                    <a:pt x="1143" y="746760"/>
                  </a:cubicBezTo>
                  <a:lnTo>
                    <a:pt x="256667" y="4699"/>
                  </a:lnTo>
                  <a:cubicBezTo>
                    <a:pt x="257683" y="1651"/>
                    <a:pt x="260985" y="0"/>
                    <a:pt x="264033" y="1143"/>
                  </a:cubicBezTo>
                  <a:cubicBezTo>
                    <a:pt x="267081" y="2286"/>
                    <a:pt x="268732" y="5461"/>
                    <a:pt x="267589" y="8509"/>
                  </a:cubicBezTo>
                  <a:lnTo>
                    <a:pt x="12065" y="750443"/>
                  </a:lnTo>
                  <a:cubicBezTo>
                    <a:pt x="11303" y="752856"/>
                    <a:pt x="9017" y="754380"/>
                    <a:pt x="6604" y="754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6" id="186"/>
          <p:cNvSpPr/>
          <p:nvPr/>
        </p:nvSpPr>
        <p:spPr>
          <a:xfrm flipH="false" flipV="false" rot="0">
            <a:off x="14503272" y="3766673"/>
            <a:ext cx="145461" cy="145461"/>
          </a:xfrm>
          <a:custGeom>
            <a:avLst/>
            <a:gdLst/>
            <a:ahLst/>
            <a:cxnLst/>
            <a:rect r="r" b="b" t="t" l="l"/>
            <a:pathLst>
              <a:path h="145461" w="145461">
                <a:moveTo>
                  <a:pt x="0" y="0"/>
                </a:moveTo>
                <a:lnTo>
                  <a:pt x="145461" y="0"/>
                </a:lnTo>
                <a:lnTo>
                  <a:pt x="145461" y="145461"/>
                </a:lnTo>
                <a:lnTo>
                  <a:pt x="0" y="145461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14483322" y="4280657"/>
            <a:ext cx="610460" cy="389497"/>
          </a:xfrm>
          <a:custGeom>
            <a:avLst/>
            <a:gdLst/>
            <a:ahLst/>
            <a:cxnLst/>
            <a:rect r="r" b="b" t="t" l="l"/>
            <a:pathLst>
              <a:path h="389497" w="610460">
                <a:moveTo>
                  <a:pt x="0" y="0"/>
                </a:moveTo>
                <a:lnTo>
                  <a:pt x="610460" y="0"/>
                </a:lnTo>
                <a:lnTo>
                  <a:pt x="610460" y="389497"/>
                </a:lnTo>
                <a:lnTo>
                  <a:pt x="0" y="38949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1224569" y="2562224"/>
            <a:ext cx="832942" cy="832942"/>
          </a:xfrm>
          <a:custGeom>
            <a:avLst/>
            <a:gdLst/>
            <a:ahLst/>
            <a:cxnLst/>
            <a:rect r="r" b="b" t="t" l="l"/>
            <a:pathLst>
              <a:path h="832942" w="832942">
                <a:moveTo>
                  <a:pt x="0" y="0"/>
                </a:moveTo>
                <a:lnTo>
                  <a:pt x="832942" y="0"/>
                </a:lnTo>
                <a:lnTo>
                  <a:pt x="832942" y="832941"/>
                </a:lnTo>
                <a:lnTo>
                  <a:pt x="0" y="832941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-4132802">
            <a:off x="10366775" y="4155732"/>
            <a:ext cx="235072" cy="235072"/>
            <a:chOff x="0" y="0"/>
            <a:chExt cx="313429" cy="31342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13436" cy="313563"/>
            </a:xfrm>
            <a:custGeom>
              <a:avLst/>
              <a:gdLst/>
              <a:ahLst/>
              <a:cxnLst/>
              <a:rect r="r" b="b" t="t" l="l"/>
              <a:pathLst>
                <a:path h="313563" w="313436">
                  <a:moveTo>
                    <a:pt x="313436" y="126365"/>
                  </a:moveTo>
                  <a:lnTo>
                    <a:pt x="313436" y="187071"/>
                  </a:lnTo>
                  <a:lnTo>
                    <a:pt x="187071" y="187071"/>
                  </a:lnTo>
                  <a:lnTo>
                    <a:pt x="187071" y="313563"/>
                  </a:lnTo>
                  <a:lnTo>
                    <a:pt x="126365" y="313563"/>
                  </a:lnTo>
                  <a:lnTo>
                    <a:pt x="126365" y="186944"/>
                  </a:lnTo>
                  <a:lnTo>
                    <a:pt x="0" y="186944"/>
                  </a:lnTo>
                  <a:lnTo>
                    <a:pt x="0" y="126365"/>
                  </a:lnTo>
                  <a:lnTo>
                    <a:pt x="126365" y="126365"/>
                  </a:lnTo>
                  <a:lnTo>
                    <a:pt x="126365" y="0"/>
                  </a:lnTo>
                  <a:lnTo>
                    <a:pt x="187071" y="0"/>
                  </a:lnTo>
                  <a:lnTo>
                    <a:pt x="187071" y="1263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90299" y="2836409"/>
            <a:ext cx="501542" cy="289328"/>
            <a:chOff x="0" y="0"/>
            <a:chExt cx="668723" cy="38577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8782" cy="385826"/>
            </a:xfrm>
            <a:custGeom>
              <a:avLst/>
              <a:gdLst/>
              <a:ahLst/>
              <a:cxnLst/>
              <a:rect r="r" b="b" t="t" l="l"/>
              <a:pathLst>
                <a:path h="385826" w="668782">
                  <a:moveTo>
                    <a:pt x="0" y="0"/>
                  </a:moveTo>
                  <a:lnTo>
                    <a:pt x="668782" y="0"/>
                  </a:lnTo>
                  <a:lnTo>
                    <a:pt x="668782" y="385826"/>
                  </a:lnTo>
                  <a:lnTo>
                    <a:pt x="0" y="3858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385511" y="2831653"/>
            <a:ext cx="511056" cy="154194"/>
            <a:chOff x="0" y="0"/>
            <a:chExt cx="681408" cy="205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-889" y="-889"/>
              <a:ext cx="683260" cy="206502"/>
            </a:xfrm>
            <a:custGeom>
              <a:avLst/>
              <a:gdLst/>
              <a:ahLst/>
              <a:cxnLst/>
              <a:rect r="r" b="b" t="t" l="l"/>
              <a:pathLst>
                <a:path h="206502" w="683260">
                  <a:moveTo>
                    <a:pt x="341630" y="206502"/>
                  </a:moveTo>
                  <a:cubicBezTo>
                    <a:pt x="340487" y="206502"/>
                    <a:pt x="339471" y="206248"/>
                    <a:pt x="338455" y="205613"/>
                  </a:cubicBezTo>
                  <a:cubicBezTo>
                    <a:pt x="335407" y="203835"/>
                    <a:pt x="33274" y="30480"/>
                    <a:pt x="3937" y="12700"/>
                  </a:cubicBezTo>
                  <a:cubicBezTo>
                    <a:pt x="889" y="10795"/>
                    <a:pt x="0" y="6985"/>
                    <a:pt x="1778" y="3937"/>
                  </a:cubicBezTo>
                  <a:cubicBezTo>
                    <a:pt x="3556" y="889"/>
                    <a:pt x="7493" y="0"/>
                    <a:pt x="10541" y="1778"/>
                  </a:cubicBezTo>
                  <a:cubicBezTo>
                    <a:pt x="38100" y="18669"/>
                    <a:pt x="308991" y="174117"/>
                    <a:pt x="341630" y="192786"/>
                  </a:cubicBezTo>
                  <a:lnTo>
                    <a:pt x="672846" y="1778"/>
                  </a:lnTo>
                  <a:cubicBezTo>
                    <a:pt x="675894" y="0"/>
                    <a:pt x="679704" y="1016"/>
                    <a:pt x="681482" y="4064"/>
                  </a:cubicBezTo>
                  <a:cubicBezTo>
                    <a:pt x="683260" y="7112"/>
                    <a:pt x="682244" y="10922"/>
                    <a:pt x="679196" y="12700"/>
                  </a:cubicBezTo>
                  <a:lnTo>
                    <a:pt x="344805" y="205613"/>
                  </a:lnTo>
                  <a:cubicBezTo>
                    <a:pt x="343789" y="206121"/>
                    <a:pt x="342773" y="206502"/>
                    <a:pt x="341630" y="206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5" id="195"/>
          <p:cNvSpPr txBox="true"/>
          <p:nvPr/>
        </p:nvSpPr>
        <p:spPr>
          <a:xfrm rot="0">
            <a:off x="3235452" y="4646295"/>
            <a:ext cx="692277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3232405" y="2745914"/>
            <a:ext cx="5879710" cy="1684373"/>
            <a:chOff x="0" y="0"/>
            <a:chExt cx="7839613" cy="224583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7839613" cy="2245830"/>
            </a:xfrm>
            <a:custGeom>
              <a:avLst/>
              <a:gdLst/>
              <a:ahLst/>
              <a:cxnLst/>
              <a:rect r="r" b="b" t="t" l="l"/>
              <a:pathLst>
                <a:path h="2245830" w="7839613">
                  <a:moveTo>
                    <a:pt x="0" y="0"/>
                  </a:moveTo>
                  <a:lnTo>
                    <a:pt x="7839613" y="0"/>
                  </a:lnTo>
                  <a:lnTo>
                    <a:pt x="7839613" y="2245830"/>
                  </a:lnTo>
                  <a:lnTo>
                    <a:pt x="0" y="2245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14325"/>
              <a:ext cx="7839613" cy="25601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039"/>
                </a:lnSpc>
              </a:pPr>
              <a:r>
                <a:rPr lang="en-US" sz="89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19507200" y="0"/>
                  </a:moveTo>
                  <a:lnTo>
                    <a:pt x="0" y="0"/>
                  </a:lnTo>
                  <a:lnTo>
                    <a:pt x="0" y="1404747"/>
                  </a:lnTo>
                  <a:lnTo>
                    <a:pt x="1950720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12880" y="8554357"/>
            <a:ext cx="1264920" cy="354290"/>
            <a:chOff x="0" y="0"/>
            <a:chExt cx="1686560" cy="4723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1686560" y="0"/>
                  </a:moveTo>
                  <a:lnTo>
                    <a:pt x="1450848" y="0"/>
                  </a:lnTo>
                  <a:lnTo>
                    <a:pt x="1214120" y="235712"/>
                  </a:lnTo>
                  <a:lnTo>
                    <a:pt x="1450848" y="472440"/>
                  </a:lnTo>
                  <a:lnTo>
                    <a:pt x="1686560" y="472440"/>
                  </a:lnTo>
                  <a:lnTo>
                    <a:pt x="1450848" y="235712"/>
                  </a:lnTo>
                  <a:lnTo>
                    <a:pt x="1686560" y="0"/>
                  </a:lnTo>
                  <a:close/>
                  <a:moveTo>
                    <a:pt x="1282192" y="0"/>
                  </a:moveTo>
                  <a:lnTo>
                    <a:pt x="1045464" y="0"/>
                  </a:lnTo>
                  <a:lnTo>
                    <a:pt x="809752" y="235712"/>
                  </a:lnTo>
                  <a:lnTo>
                    <a:pt x="1045464" y="472440"/>
                  </a:lnTo>
                  <a:lnTo>
                    <a:pt x="1282192" y="472440"/>
                  </a:lnTo>
                  <a:lnTo>
                    <a:pt x="1045464" y="235712"/>
                  </a:lnTo>
                  <a:lnTo>
                    <a:pt x="1282192" y="0"/>
                  </a:lnTo>
                  <a:close/>
                  <a:moveTo>
                    <a:pt x="876808" y="0"/>
                  </a:moveTo>
                  <a:lnTo>
                    <a:pt x="641096" y="0"/>
                  </a:lnTo>
                  <a:lnTo>
                    <a:pt x="404368" y="235712"/>
                  </a:lnTo>
                  <a:lnTo>
                    <a:pt x="641096" y="472440"/>
                  </a:lnTo>
                  <a:lnTo>
                    <a:pt x="876808" y="472440"/>
                  </a:lnTo>
                  <a:lnTo>
                    <a:pt x="641096" y="235712"/>
                  </a:lnTo>
                  <a:lnTo>
                    <a:pt x="876808" y="0"/>
                  </a:lnTo>
                  <a:close/>
                  <a:moveTo>
                    <a:pt x="472440" y="0"/>
                  </a:moveTo>
                  <a:lnTo>
                    <a:pt x="235712" y="0"/>
                  </a:lnTo>
                  <a:lnTo>
                    <a:pt x="0" y="235712"/>
                  </a:lnTo>
                  <a:lnTo>
                    <a:pt x="235712" y="472440"/>
                  </a:lnTo>
                  <a:lnTo>
                    <a:pt x="472440" y="472440"/>
                  </a:lnTo>
                  <a:lnTo>
                    <a:pt x="235712" y="235712"/>
                  </a:lnTo>
                  <a:lnTo>
                    <a:pt x="4724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100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845969" y="2659147"/>
            <a:ext cx="5380391" cy="4848863"/>
          </a:xfrm>
          <a:custGeom>
            <a:avLst/>
            <a:gdLst/>
            <a:ahLst/>
            <a:cxnLst/>
            <a:rect r="r" b="b" t="t" l="l"/>
            <a:pathLst>
              <a:path h="4848863" w="5380391">
                <a:moveTo>
                  <a:pt x="0" y="0"/>
                </a:moveTo>
                <a:lnTo>
                  <a:pt x="5380391" y="0"/>
                </a:lnTo>
                <a:lnTo>
                  <a:pt x="5380391" y="4848863"/>
                </a:lnTo>
                <a:lnTo>
                  <a:pt x="0" y="48488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0149937" y="6134172"/>
            <a:ext cx="4662516" cy="2237232"/>
            <a:chOff x="0" y="0"/>
            <a:chExt cx="6216688" cy="29829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6196330" cy="2962656"/>
            </a:xfrm>
            <a:custGeom>
              <a:avLst/>
              <a:gdLst/>
              <a:ahLst/>
              <a:cxnLst/>
              <a:rect r="r" b="b" t="t" l="l"/>
              <a:pathLst>
                <a:path h="2962656" w="6196330">
                  <a:moveTo>
                    <a:pt x="0" y="0"/>
                  </a:moveTo>
                  <a:lnTo>
                    <a:pt x="6196330" y="0"/>
                  </a:lnTo>
                  <a:lnTo>
                    <a:pt x="6196330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6650" cy="2982976"/>
            </a:xfrm>
            <a:custGeom>
              <a:avLst/>
              <a:gdLst/>
              <a:ahLst/>
              <a:cxnLst/>
              <a:rect r="r" b="b" t="t" l="l"/>
              <a:pathLst>
                <a:path h="2982976" w="6216650">
                  <a:moveTo>
                    <a:pt x="10160" y="0"/>
                  </a:moveTo>
                  <a:lnTo>
                    <a:pt x="6206490" y="0"/>
                  </a:lnTo>
                  <a:cubicBezTo>
                    <a:pt x="6212078" y="0"/>
                    <a:pt x="6216650" y="4572"/>
                    <a:pt x="6216650" y="10160"/>
                  </a:cubicBezTo>
                  <a:lnTo>
                    <a:pt x="6216650" y="2972816"/>
                  </a:lnTo>
                  <a:cubicBezTo>
                    <a:pt x="6216650" y="2978404"/>
                    <a:pt x="6212078" y="2982976"/>
                    <a:pt x="6206490" y="2982976"/>
                  </a:cubicBezTo>
                  <a:lnTo>
                    <a:pt x="10160" y="2982976"/>
                  </a:lnTo>
                  <a:cubicBezTo>
                    <a:pt x="4572" y="2982976"/>
                    <a:pt x="0" y="2978404"/>
                    <a:pt x="0" y="297281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2972816"/>
                  </a:lnTo>
                  <a:lnTo>
                    <a:pt x="10160" y="2972816"/>
                  </a:lnTo>
                  <a:lnTo>
                    <a:pt x="10160" y="2962656"/>
                  </a:lnTo>
                  <a:lnTo>
                    <a:pt x="6206490" y="2962656"/>
                  </a:lnTo>
                  <a:lnTo>
                    <a:pt x="6206490" y="2972816"/>
                  </a:lnTo>
                  <a:lnTo>
                    <a:pt x="6196330" y="2972816"/>
                  </a:lnTo>
                  <a:lnTo>
                    <a:pt x="6196330" y="10160"/>
                  </a:lnTo>
                  <a:lnTo>
                    <a:pt x="6206490" y="10160"/>
                  </a:lnTo>
                  <a:lnTo>
                    <a:pt x="620649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54636" y="6472892"/>
            <a:ext cx="4653120" cy="20909"/>
            <a:chOff x="0" y="0"/>
            <a:chExt cx="6204160" cy="278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204" cy="27940"/>
            </a:xfrm>
            <a:custGeom>
              <a:avLst/>
              <a:gdLst/>
              <a:ahLst/>
              <a:cxnLst/>
              <a:rect r="r" b="b" t="t" l="l"/>
              <a:pathLst>
                <a:path h="27940" w="6204204">
                  <a:moveTo>
                    <a:pt x="6200267" y="27940"/>
                  </a:moveTo>
                  <a:lnTo>
                    <a:pt x="3937" y="27940"/>
                  </a:lnTo>
                  <a:cubicBezTo>
                    <a:pt x="1778" y="27940"/>
                    <a:pt x="0" y="21590"/>
                    <a:pt x="0" y="13970"/>
                  </a:cubicBezTo>
                  <a:cubicBezTo>
                    <a:pt x="0" y="6350"/>
                    <a:pt x="1778" y="0"/>
                    <a:pt x="3937" y="0"/>
                  </a:cubicBezTo>
                  <a:lnTo>
                    <a:pt x="6200267" y="0"/>
                  </a:lnTo>
                  <a:cubicBezTo>
                    <a:pt x="6202426" y="0"/>
                    <a:pt x="6204204" y="6223"/>
                    <a:pt x="6204204" y="13970"/>
                  </a:cubicBezTo>
                  <a:cubicBezTo>
                    <a:pt x="6204204" y="21717"/>
                    <a:pt x="6202426" y="27940"/>
                    <a:pt x="6200267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552968" y="6223599"/>
            <a:ext cx="163028" cy="163028"/>
            <a:chOff x="0" y="0"/>
            <a:chExt cx="217371" cy="2173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30204" y="6223528"/>
            <a:ext cx="163028" cy="163028"/>
            <a:chOff x="0" y="0"/>
            <a:chExt cx="217371" cy="2173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07825" y="6223592"/>
            <a:ext cx="163028" cy="163028"/>
            <a:chOff x="0" y="0"/>
            <a:chExt cx="217371" cy="217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20" y="762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8712"/>
                  </a:moveTo>
                  <a:cubicBezTo>
                    <a:pt x="0" y="48641"/>
                    <a:pt x="48641" y="0"/>
                    <a:pt x="108712" y="0"/>
                  </a:cubicBezTo>
                  <a:lnTo>
                    <a:pt x="108712" y="7620"/>
                  </a:lnTo>
                  <a:lnTo>
                    <a:pt x="108712" y="0"/>
                  </a:lnTo>
                  <a:cubicBezTo>
                    <a:pt x="168783" y="0"/>
                    <a:pt x="217424" y="48641"/>
                    <a:pt x="217424" y="108712"/>
                  </a:cubicBezTo>
                  <a:lnTo>
                    <a:pt x="209804" y="108712"/>
                  </a:lnTo>
                  <a:lnTo>
                    <a:pt x="217424" y="108712"/>
                  </a:lnTo>
                  <a:cubicBezTo>
                    <a:pt x="217424" y="168783"/>
                    <a:pt x="168783" y="217424"/>
                    <a:pt x="108712" y="217424"/>
                  </a:cubicBezTo>
                  <a:lnTo>
                    <a:pt x="108712" y="209804"/>
                  </a:lnTo>
                  <a:lnTo>
                    <a:pt x="108712" y="217424"/>
                  </a:lnTo>
                  <a:cubicBezTo>
                    <a:pt x="48641" y="217424"/>
                    <a:pt x="0" y="168656"/>
                    <a:pt x="0" y="108712"/>
                  </a:cubicBezTo>
                  <a:lnTo>
                    <a:pt x="7620" y="108712"/>
                  </a:lnTo>
                  <a:lnTo>
                    <a:pt x="12573" y="114554"/>
                  </a:lnTo>
                  <a:cubicBezTo>
                    <a:pt x="10287" y="116459"/>
                    <a:pt x="7112" y="116840"/>
                    <a:pt x="4445" y="115697"/>
                  </a:cubicBezTo>
                  <a:cubicBezTo>
                    <a:pt x="1778" y="114554"/>
                    <a:pt x="0" y="111633"/>
                    <a:pt x="0" y="108712"/>
                  </a:cubicBezTo>
                  <a:moveTo>
                    <a:pt x="15240" y="108712"/>
                  </a:moveTo>
                  <a:lnTo>
                    <a:pt x="7620" y="108712"/>
                  </a:lnTo>
                  <a:lnTo>
                    <a:pt x="2667" y="102870"/>
                  </a:lnTo>
                  <a:cubicBezTo>
                    <a:pt x="4953" y="100965"/>
                    <a:pt x="8128" y="100584"/>
                    <a:pt x="10795" y="101727"/>
                  </a:cubicBezTo>
                  <a:cubicBezTo>
                    <a:pt x="13462" y="102870"/>
                    <a:pt x="15240" y="105664"/>
                    <a:pt x="15240" y="108585"/>
                  </a:cubicBezTo>
                  <a:cubicBezTo>
                    <a:pt x="15240" y="160147"/>
                    <a:pt x="57023" y="202057"/>
                    <a:pt x="108712" y="202057"/>
                  </a:cubicBezTo>
                  <a:cubicBezTo>
                    <a:pt x="160401" y="202057"/>
                    <a:pt x="202184" y="160274"/>
                    <a:pt x="202184" y="108585"/>
                  </a:cubicBezTo>
                  <a:cubicBezTo>
                    <a:pt x="202184" y="56896"/>
                    <a:pt x="160274" y="15240"/>
                    <a:pt x="108712" y="15240"/>
                  </a:cubicBezTo>
                  <a:lnTo>
                    <a:pt x="108712" y="7620"/>
                  </a:lnTo>
                  <a:lnTo>
                    <a:pt x="108712" y="15240"/>
                  </a:lnTo>
                  <a:cubicBezTo>
                    <a:pt x="57023" y="15240"/>
                    <a:pt x="15240" y="57023"/>
                    <a:pt x="15240" y="1087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62001" y="7014155"/>
            <a:ext cx="642190" cy="642276"/>
            <a:chOff x="0" y="0"/>
            <a:chExt cx="856253" cy="856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81499" y="7124797"/>
            <a:ext cx="653620" cy="653706"/>
            <a:chOff x="0" y="0"/>
            <a:chExt cx="871493" cy="871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7620" y="7620"/>
              <a:ext cx="856234" cy="856361"/>
            </a:xfrm>
            <a:custGeom>
              <a:avLst/>
              <a:gdLst/>
              <a:ahLst/>
              <a:cxnLst/>
              <a:rect r="r" b="b" t="t" l="l"/>
              <a:pathLst>
                <a:path h="856361" w="856234">
                  <a:moveTo>
                    <a:pt x="0" y="0"/>
                  </a:moveTo>
                  <a:lnTo>
                    <a:pt x="856234" y="0"/>
                  </a:lnTo>
                  <a:lnTo>
                    <a:pt x="856234" y="856361"/>
                  </a:lnTo>
                  <a:lnTo>
                    <a:pt x="0" y="8563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1474" cy="871601"/>
            </a:xfrm>
            <a:custGeom>
              <a:avLst/>
              <a:gdLst/>
              <a:ahLst/>
              <a:cxnLst/>
              <a:rect r="r" b="b" t="t" l="l"/>
              <a:pathLst>
                <a:path h="871601" w="871474">
                  <a:moveTo>
                    <a:pt x="7620" y="0"/>
                  </a:moveTo>
                  <a:lnTo>
                    <a:pt x="863854" y="0"/>
                  </a:lnTo>
                  <a:cubicBezTo>
                    <a:pt x="868045" y="0"/>
                    <a:pt x="871474" y="3429"/>
                    <a:pt x="871474" y="7620"/>
                  </a:cubicBezTo>
                  <a:lnTo>
                    <a:pt x="871474" y="863981"/>
                  </a:lnTo>
                  <a:cubicBezTo>
                    <a:pt x="871474" y="868172"/>
                    <a:pt x="868045" y="871601"/>
                    <a:pt x="863854" y="871601"/>
                  </a:cubicBezTo>
                  <a:lnTo>
                    <a:pt x="7620" y="871601"/>
                  </a:lnTo>
                  <a:cubicBezTo>
                    <a:pt x="3429" y="871601"/>
                    <a:pt x="0" y="868172"/>
                    <a:pt x="0" y="86398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63981"/>
                  </a:lnTo>
                  <a:lnTo>
                    <a:pt x="7620" y="863981"/>
                  </a:lnTo>
                  <a:lnTo>
                    <a:pt x="7620" y="856361"/>
                  </a:lnTo>
                  <a:lnTo>
                    <a:pt x="863854" y="856361"/>
                  </a:lnTo>
                  <a:lnTo>
                    <a:pt x="863854" y="863981"/>
                  </a:lnTo>
                  <a:lnTo>
                    <a:pt x="856234" y="863981"/>
                  </a:lnTo>
                  <a:lnTo>
                    <a:pt x="856234" y="7620"/>
                  </a:lnTo>
                  <a:lnTo>
                    <a:pt x="863854" y="7620"/>
                  </a:lnTo>
                  <a:lnTo>
                    <a:pt x="863854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3787" y="7238234"/>
            <a:ext cx="659462" cy="659551"/>
            <a:chOff x="0" y="0"/>
            <a:chExt cx="879283" cy="8794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221" cy="879348"/>
            </a:xfrm>
            <a:custGeom>
              <a:avLst/>
              <a:gdLst/>
              <a:ahLst/>
              <a:cxnLst/>
              <a:rect r="r" b="b" t="t" l="l"/>
              <a:pathLst>
                <a:path h="879348" w="879221">
                  <a:moveTo>
                    <a:pt x="7620" y="0"/>
                  </a:moveTo>
                  <a:lnTo>
                    <a:pt x="871601" y="0"/>
                  </a:lnTo>
                  <a:cubicBezTo>
                    <a:pt x="875792" y="0"/>
                    <a:pt x="879221" y="3429"/>
                    <a:pt x="879221" y="7620"/>
                  </a:cubicBezTo>
                  <a:lnTo>
                    <a:pt x="879221" y="871728"/>
                  </a:lnTo>
                  <a:cubicBezTo>
                    <a:pt x="879221" y="875919"/>
                    <a:pt x="875792" y="879348"/>
                    <a:pt x="871601" y="879348"/>
                  </a:cubicBezTo>
                  <a:lnTo>
                    <a:pt x="7620" y="879348"/>
                  </a:lnTo>
                  <a:cubicBezTo>
                    <a:pt x="3429" y="879348"/>
                    <a:pt x="0" y="875919"/>
                    <a:pt x="0" y="87172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871728"/>
                  </a:lnTo>
                  <a:lnTo>
                    <a:pt x="7620" y="871728"/>
                  </a:lnTo>
                  <a:lnTo>
                    <a:pt x="7620" y="864108"/>
                  </a:lnTo>
                  <a:lnTo>
                    <a:pt x="871601" y="864108"/>
                  </a:lnTo>
                  <a:lnTo>
                    <a:pt x="871601" y="871728"/>
                  </a:lnTo>
                  <a:lnTo>
                    <a:pt x="863981" y="871728"/>
                  </a:lnTo>
                  <a:lnTo>
                    <a:pt x="863981" y="7620"/>
                  </a:lnTo>
                  <a:lnTo>
                    <a:pt x="871601" y="7620"/>
                  </a:lnTo>
                  <a:lnTo>
                    <a:pt x="87160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94314" y="6680838"/>
            <a:ext cx="1060327" cy="740154"/>
          </a:xfrm>
          <a:custGeom>
            <a:avLst/>
            <a:gdLst/>
            <a:ahLst/>
            <a:cxnLst/>
            <a:rect r="r" b="b" t="t" l="l"/>
            <a:pathLst>
              <a:path h="740154" w="1060327">
                <a:moveTo>
                  <a:pt x="0" y="0"/>
                </a:moveTo>
                <a:lnTo>
                  <a:pt x="1060327" y="0"/>
                </a:lnTo>
                <a:lnTo>
                  <a:pt x="1060327" y="740154"/>
                </a:lnTo>
                <a:lnTo>
                  <a:pt x="0" y="7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14112" y="6757741"/>
            <a:ext cx="226170" cy="226170"/>
            <a:chOff x="0" y="0"/>
            <a:chExt cx="301560" cy="301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498" cy="301498"/>
            </a:xfrm>
            <a:custGeom>
              <a:avLst/>
              <a:gdLst/>
              <a:ahLst/>
              <a:cxnLst/>
              <a:rect r="r" b="b" t="t" l="l"/>
              <a:pathLst>
                <a:path h="301498" w="301498">
                  <a:moveTo>
                    <a:pt x="0" y="150749"/>
                  </a:moveTo>
                  <a:cubicBezTo>
                    <a:pt x="0" y="67564"/>
                    <a:pt x="67564" y="0"/>
                    <a:pt x="150749" y="0"/>
                  </a:cubicBezTo>
                  <a:cubicBezTo>
                    <a:pt x="233934" y="0"/>
                    <a:pt x="301498" y="67564"/>
                    <a:pt x="301498" y="150749"/>
                  </a:cubicBezTo>
                  <a:cubicBezTo>
                    <a:pt x="301498" y="233934"/>
                    <a:pt x="234061" y="301498"/>
                    <a:pt x="150749" y="301498"/>
                  </a:cubicBezTo>
                  <a:cubicBezTo>
                    <a:pt x="67437" y="301498"/>
                    <a:pt x="0" y="234061"/>
                    <a:pt x="0" y="1507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49187" y="7119222"/>
            <a:ext cx="220326" cy="220326"/>
            <a:chOff x="0" y="0"/>
            <a:chExt cx="293768" cy="2937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3751" cy="293751"/>
            </a:xfrm>
            <a:custGeom>
              <a:avLst/>
              <a:gdLst/>
              <a:ahLst/>
              <a:cxnLst/>
              <a:rect r="r" b="b" t="t" l="l"/>
              <a:pathLst>
                <a:path h="293751" w="293751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cubicBezTo>
                    <a:pt x="228092" y="0"/>
                    <a:pt x="293751" y="65786"/>
                    <a:pt x="293751" y="146939"/>
                  </a:cubicBezTo>
                  <a:cubicBezTo>
                    <a:pt x="293751" y="228092"/>
                    <a:pt x="227965" y="293751"/>
                    <a:pt x="146939" y="293751"/>
                  </a:cubicBezTo>
                  <a:cubicBezTo>
                    <a:pt x="65913" y="293751"/>
                    <a:pt x="0" y="227965"/>
                    <a:pt x="0" y="146939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518410" y="7169298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1" y="0"/>
                </a:lnTo>
                <a:lnTo>
                  <a:pt x="553271" y="121906"/>
                </a:lnTo>
                <a:lnTo>
                  <a:pt x="0" y="1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399010" y="7047992"/>
            <a:ext cx="1050904" cy="5844"/>
            <a:chOff x="0" y="0"/>
            <a:chExt cx="1401205" cy="7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01191" cy="7874"/>
            </a:xfrm>
            <a:custGeom>
              <a:avLst/>
              <a:gdLst/>
              <a:ahLst/>
              <a:cxnLst/>
              <a:rect r="r" b="b" t="t" l="l"/>
              <a:pathLst>
                <a:path h="7874" w="1401191">
                  <a:moveTo>
                    <a:pt x="1397254" y="7747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1397254" y="0"/>
                  </a:lnTo>
                  <a:cubicBezTo>
                    <a:pt x="1399413" y="0"/>
                    <a:pt x="1401191" y="1778"/>
                    <a:pt x="1401191" y="3937"/>
                  </a:cubicBezTo>
                  <a:cubicBezTo>
                    <a:pt x="1401191" y="6096"/>
                    <a:pt x="1399413" y="7874"/>
                    <a:pt x="1397254" y="7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65700" y="6679791"/>
            <a:ext cx="805158" cy="744146"/>
            <a:chOff x="0" y="0"/>
            <a:chExt cx="1073544" cy="992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7620" y="7620"/>
              <a:ext cx="1058291" cy="977011"/>
            </a:xfrm>
            <a:custGeom>
              <a:avLst/>
              <a:gdLst/>
              <a:ahLst/>
              <a:cxnLst/>
              <a:rect r="r" b="b" t="t" l="l"/>
              <a:pathLst>
                <a:path h="977011" w="1058291">
                  <a:moveTo>
                    <a:pt x="0" y="0"/>
                  </a:moveTo>
                  <a:lnTo>
                    <a:pt x="1058291" y="0"/>
                  </a:lnTo>
                  <a:lnTo>
                    <a:pt x="1058291" y="977011"/>
                  </a:lnTo>
                  <a:lnTo>
                    <a:pt x="0" y="977011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3531" cy="992251"/>
            </a:xfrm>
            <a:custGeom>
              <a:avLst/>
              <a:gdLst/>
              <a:ahLst/>
              <a:cxnLst/>
              <a:rect r="r" b="b" t="t" l="l"/>
              <a:pathLst>
                <a:path h="992251" w="1073531">
                  <a:moveTo>
                    <a:pt x="7620" y="0"/>
                  </a:moveTo>
                  <a:lnTo>
                    <a:pt x="1065911" y="0"/>
                  </a:lnTo>
                  <a:cubicBezTo>
                    <a:pt x="1070102" y="0"/>
                    <a:pt x="1073531" y="3429"/>
                    <a:pt x="1073531" y="7620"/>
                  </a:cubicBezTo>
                  <a:lnTo>
                    <a:pt x="1073531" y="984631"/>
                  </a:lnTo>
                  <a:cubicBezTo>
                    <a:pt x="1073531" y="988822"/>
                    <a:pt x="1070102" y="992251"/>
                    <a:pt x="1065911" y="992251"/>
                  </a:cubicBezTo>
                  <a:lnTo>
                    <a:pt x="7620" y="992251"/>
                  </a:lnTo>
                  <a:cubicBezTo>
                    <a:pt x="3429" y="992251"/>
                    <a:pt x="0" y="988822"/>
                    <a:pt x="0" y="984631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984631"/>
                  </a:lnTo>
                  <a:lnTo>
                    <a:pt x="7620" y="984631"/>
                  </a:lnTo>
                  <a:lnTo>
                    <a:pt x="7620" y="977011"/>
                  </a:lnTo>
                  <a:lnTo>
                    <a:pt x="1065911" y="977011"/>
                  </a:lnTo>
                  <a:lnTo>
                    <a:pt x="1065911" y="984631"/>
                  </a:lnTo>
                  <a:lnTo>
                    <a:pt x="1058291" y="984631"/>
                  </a:lnTo>
                  <a:lnTo>
                    <a:pt x="1058291" y="7620"/>
                  </a:lnTo>
                  <a:lnTo>
                    <a:pt x="1065911" y="7620"/>
                  </a:lnTo>
                  <a:lnTo>
                    <a:pt x="1065911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574776" y="6799000"/>
            <a:ext cx="784963" cy="2892"/>
            <a:chOff x="0" y="0"/>
            <a:chExt cx="1046618" cy="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6607" cy="3810"/>
            </a:xfrm>
            <a:custGeom>
              <a:avLst/>
              <a:gdLst/>
              <a:ahLst/>
              <a:cxnLst/>
              <a:rect r="r" b="b" t="t" l="l"/>
              <a:pathLst>
                <a:path h="3810" w="1046607">
                  <a:moveTo>
                    <a:pt x="0" y="3810"/>
                  </a:moveTo>
                  <a:lnTo>
                    <a:pt x="104660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1853" y="6796079"/>
            <a:ext cx="790807" cy="8736"/>
            <a:chOff x="0" y="0"/>
            <a:chExt cx="1054410" cy="116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4481" cy="11684"/>
            </a:xfrm>
            <a:custGeom>
              <a:avLst/>
              <a:gdLst/>
              <a:ahLst/>
              <a:cxnLst/>
              <a:rect r="r" b="b" t="t" l="l"/>
              <a:pathLst>
                <a:path h="11684" w="1054481">
                  <a:moveTo>
                    <a:pt x="3937" y="11684"/>
                  </a:moveTo>
                  <a:cubicBezTo>
                    <a:pt x="1778" y="11684"/>
                    <a:pt x="0" y="9906"/>
                    <a:pt x="0" y="7747"/>
                  </a:cubicBezTo>
                  <a:cubicBezTo>
                    <a:pt x="0" y="5588"/>
                    <a:pt x="1651" y="3810"/>
                    <a:pt x="3937" y="3810"/>
                  </a:cubicBezTo>
                  <a:lnTo>
                    <a:pt x="1050544" y="0"/>
                  </a:lnTo>
                  <a:cubicBezTo>
                    <a:pt x="1052703" y="0"/>
                    <a:pt x="1054481" y="1778"/>
                    <a:pt x="1054481" y="3937"/>
                  </a:cubicBezTo>
                  <a:cubicBezTo>
                    <a:pt x="1054481" y="6096"/>
                    <a:pt x="1052830" y="7874"/>
                    <a:pt x="1050544" y="7874"/>
                  </a:cubicBezTo>
                  <a:lnTo>
                    <a:pt x="3937" y="116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1618019" y="6817653"/>
            <a:ext cx="774698" cy="692523"/>
          </a:xfrm>
          <a:custGeom>
            <a:avLst/>
            <a:gdLst/>
            <a:ahLst/>
            <a:cxnLst/>
            <a:rect r="r" b="b" t="t" l="l"/>
            <a:pathLst>
              <a:path h="692523" w="774698">
                <a:moveTo>
                  <a:pt x="0" y="0"/>
                </a:moveTo>
                <a:lnTo>
                  <a:pt x="774698" y="0"/>
                </a:lnTo>
                <a:lnTo>
                  <a:pt x="774698" y="692523"/>
                </a:lnTo>
                <a:lnTo>
                  <a:pt x="0" y="6925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512477" y="6688458"/>
            <a:ext cx="955292" cy="1446586"/>
            <a:chOff x="0" y="0"/>
            <a:chExt cx="1273723" cy="19287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3683" cy="1928749"/>
            </a:xfrm>
            <a:custGeom>
              <a:avLst/>
              <a:gdLst/>
              <a:ahLst/>
              <a:cxnLst/>
              <a:rect r="r" b="b" t="t" l="l"/>
              <a:pathLst>
                <a:path h="1928749" w="1273683">
                  <a:moveTo>
                    <a:pt x="1273683" y="1928749"/>
                  </a:moveTo>
                  <a:lnTo>
                    <a:pt x="0" y="1928749"/>
                  </a:lnTo>
                  <a:lnTo>
                    <a:pt x="0" y="4699"/>
                  </a:lnTo>
                  <a:lnTo>
                    <a:pt x="1273683" y="0"/>
                  </a:lnTo>
                  <a:lnTo>
                    <a:pt x="1273683" y="1928749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2812954" y="6838357"/>
            <a:ext cx="362547" cy="362547"/>
          </a:xfrm>
          <a:custGeom>
            <a:avLst/>
            <a:gdLst/>
            <a:ahLst/>
            <a:cxnLst/>
            <a:rect r="r" b="b" t="t" l="l"/>
            <a:pathLst>
              <a:path h="362547" w="362547">
                <a:moveTo>
                  <a:pt x="0" y="0"/>
                </a:moveTo>
                <a:lnTo>
                  <a:pt x="362547" y="0"/>
                </a:lnTo>
                <a:lnTo>
                  <a:pt x="362547" y="362547"/>
                </a:lnTo>
                <a:lnTo>
                  <a:pt x="0" y="36254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962071" y="6961013"/>
            <a:ext cx="103266" cy="117457"/>
            <a:chOff x="0" y="0"/>
            <a:chExt cx="137688" cy="156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-127"/>
              <a:ext cx="137668" cy="156718"/>
            </a:xfrm>
            <a:custGeom>
              <a:avLst/>
              <a:gdLst/>
              <a:ahLst/>
              <a:cxnLst/>
              <a:rect r="r" b="b" t="t" l="l"/>
              <a:pathLst>
                <a:path h="156718" w="137668">
                  <a:moveTo>
                    <a:pt x="3937" y="156718"/>
                  </a:moveTo>
                  <a:cubicBezTo>
                    <a:pt x="3175" y="156718"/>
                    <a:pt x="2540" y="156464"/>
                    <a:pt x="1905" y="156210"/>
                  </a:cubicBezTo>
                  <a:cubicBezTo>
                    <a:pt x="635" y="155448"/>
                    <a:pt x="0" y="154178"/>
                    <a:pt x="0" y="152781"/>
                  </a:cubicBezTo>
                  <a:lnTo>
                    <a:pt x="1905" y="3937"/>
                  </a:lnTo>
                  <a:cubicBezTo>
                    <a:pt x="1905" y="2540"/>
                    <a:pt x="2667" y="1270"/>
                    <a:pt x="3937" y="635"/>
                  </a:cubicBezTo>
                  <a:cubicBezTo>
                    <a:pt x="5207" y="0"/>
                    <a:pt x="6604" y="0"/>
                    <a:pt x="7874" y="635"/>
                  </a:cubicBezTo>
                  <a:lnTo>
                    <a:pt x="135763" y="76708"/>
                  </a:lnTo>
                  <a:cubicBezTo>
                    <a:pt x="137033" y="77470"/>
                    <a:pt x="137668" y="78740"/>
                    <a:pt x="137668" y="80137"/>
                  </a:cubicBezTo>
                  <a:cubicBezTo>
                    <a:pt x="137668" y="81534"/>
                    <a:pt x="136906" y="82804"/>
                    <a:pt x="135636" y="83439"/>
                  </a:cubicBezTo>
                  <a:lnTo>
                    <a:pt x="5842" y="156210"/>
                  </a:lnTo>
                  <a:cubicBezTo>
                    <a:pt x="5207" y="156464"/>
                    <a:pt x="4572" y="156718"/>
                    <a:pt x="3937" y="156718"/>
                  </a:cubicBezTo>
                  <a:close/>
                  <a:moveTo>
                    <a:pt x="9652" y="10795"/>
                  </a:moveTo>
                  <a:lnTo>
                    <a:pt x="7874" y="146177"/>
                  </a:lnTo>
                  <a:lnTo>
                    <a:pt x="125984" y="80010"/>
                  </a:lnTo>
                  <a:lnTo>
                    <a:pt x="9652" y="107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239" y="7297685"/>
            <a:ext cx="609403" cy="728947"/>
            <a:chOff x="0" y="0"/>
            <a:chExt cx="812538" cy="9719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546" cy="971931"/>
            </a:xfrm>
            <a:custGeom>
              <a:avLst/>
              <a:gdLst/>
              <a:ahLst/>
              <a:cxnLst/>
              <a:rect r="r" b="b" t="t" l="l"/>
              <a:pathLst>
                <a:path h="971931" w="812546">
                  <a:moveTo>
                    <a:pt x="0" y="967867"/>
                  </a:moveTo>
                  <a:lnTo>
                    <a:pt x="810006" y="971931"/>
                  </a:lnTo>
                  <a:lnTo>
                    <a:pt x="812546" y="4064"/>
                  </a:lnTo>
                  <a:lnTo>
                    <a:pt x="2540" y="0"/>
                  </a:lnTo>
                  <a:lnTo>
                    <a:pt x="0" y="967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690287" y="7294734"/>
            <a:ext cx="615306" cy="734820"/>
            <a:chOff x="0" y="0"/>
            <a:chExt cx="820408" cy="979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0420" cy="979932"/>
            </a:xfrm>
            <a:custGeom>
              <a:avLst/>
              <a:gdLst/>
              <a:ahLst/>
              <a:cxnLst/>
              <a:rect r="r" b="b" t="t" l="l"/>
              <a:pathLst>
                <a:path h="979932" w="820420">
                  <a:moveTo>
                    <a:pt x="813943" y="979805"/>
                  </a:moveTo>
                  <a:lnTo>
                    <a:pt x="3937" y="975614"/>
                  </a:lnTo>
                  <a:cubicBezTo>
                    <a:pt x="1778" y="975614"/>
                    <a:pt x="0" y="973836"/>
                    <a:pt x="0" y="971677"/>
                  </a:cubicBezTo>
                  <a:lnTo>
                    <a:pt x="2540" y="3937"/>
                  </a:lnTo>
                  <a:cubicBezTo>
                    <a:pt x="2540" y="2794"/>
                    <a:pt x="3048" y="1905"/>
                    <a:pt x="3683" y="1143"/>
                  </a:cubicBezTo>
                  <a:cubicBezTo>
                    <a:pt x="4318" y="381"/>
                    <a:pt x="5588" y="127"/>
                    <a:pt x="6477" y="0"/>
                  </a:cubicBezTo>
                  <a:lnTo>
                    <a:pt x="816483" y="4191"/>
                  </a:lnTo>
                  <a:cubicBezTo>
                    <a:pt x="818642" y="4191"/>
                    <a:pt x="820420" y="5969"/>
                    <a:pt x="820420" y="8128"/>
                  </a:cubicBezTo>
                  <a:lnTo>
                    <a:pt x="817880" y="975995"/>
                  </a:lnTo>
                  <a:cubicBezTo>
                    <a:pt x="817880" y="977011"/>
                    <a:pt x="817499" y="978027"/>
                    <a:pt x="816737" y="978789"/>
                  </a:cubicBezTo>
                  <a:cubicBezTo>
                    <a:pt x="815975" y="979551"/>
                    <a:pt x="815086" y="979932"/>
                    <a:pt x="814070" y="979932"/>
                  </a:cubicBezTo>
                  <a:close/>
                  <a:moveTo>
                    <a:pt x="7874" y="967867"/>
                  </a:moveTo>
                  <a:lnTo>
                    <a:pt x="810133" y="971931"/>
                  </a:lnTo>
                  <a:lnTo>
                    <a:pt x="812673" y="11938"/>
                  </a:lnTo>
                  <a:lnTo>
                    <a:pt x="10414" y="7874"/>
                  </a:lnTo>
                  <a:lnTo>
                    <a:pt x="7874" y="9678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050" y="7425557"/>
            <a:ext cx="607505" cy="3097"/>
            <a:chOff x="0" y="0"/>
            <a:chExt cx="810006" cy="41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06" cy="4191"/>
            </a:xfrm>
            <a:custGeom>
              <a:avLst/>
              <a:gdLst/>
              <a:ahLst/>
              <a:cxnLst/>
              <a:rect r="r" b="b" t="t" l="l"/>
              <a:pathLst>
                <a:path h="4191" w="810006">
                  <a:moveTo>
                    <a:pt x="810006" y="4191"/>
                  </a:moveTo>
                  <a:lnTo>
                    <a:pt x="0" y="0"/>
                  </a:lnTo>
                  <a:lnTo>
                    <a:pt x="810006" y="41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692126" y="7422635"/>
            <a:ext cx="613349" cy="8941"/>
            <a:chOff x="0" y="0"/>
            <a:chExt cx="817798" cy="119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7880" cy="12065"/>
            </a:xfrm>
            <a:custGeom>
              <a:avLst/>
              <a:gdLst/>
              <a:ahLst/>
              <a:cxnLst/>
              <a:rect r="r" b="b" t="t" l="l"/>
              <a:pathLst>
                <a:path h="12065" w="817880">
                  <a:moveTo>
                    <a:pt x="813943" y="11938"/>
                  </a:moveTo>
                  <a:lnTo>
                    <a:pt x="3937" y="7747"/>
                  </a:lnTo>
                  <a:cubicBezTo>
                    <a:pt x="1778" y="7747"/>
                    <a:pt x="0" y="6096"/>
                    <a:pt x="0" y="3937"/>
                  </a:cubicBezTo>
                  <a:cubicBezTo>
                    <a:pt x="0" y="1778"/>
                    <a:pt x="1778" y="0"/>
                    <a:pt x="3937" y="0"/>
                  </a:cubicBezTo>
                  <a:lnTo>
                    <a:pt x="813943" y="4191"/>
                  </a:lnTo>
                  <a:cubicBezTo>
                    <a:pt x="816102" y="4191"/>
                    <a:pt x="817880" y="5969"/>
                    <a:pt x="817880" y="8128"/>
                  </a:cubicBezTo>
                  <a:cubicBezTo>
                    <a:pt x="817880" y="10287"/>
                    <a:pt x="816102" y="12065"/>
                    <a:pt x="813943" y="12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2742673" y="7339610"/>
            <a:ext cx="54372" cy="51437"/>
          </a:xfrm>
          <a:custGeom>
            <a:avLst/>
            <a:gdLst/>
            <a:ahLst/>
            <a:cxnLst/>
            <a:rect r="r" b="b" t="t" l="l"/>
            <a:pathLst>
              <a:path h="51437" w="54372">
                <a:moveTo>
                  <a:pt x="0" y="0"/>
                </a:moveTo>
                <a:lnTo>
                  <a:pt x="54372" y="0"/>
                </a:lnTo>
                <a:lnTo>
                  <a:pt x="54372" y="51437"/>
                </a:lnTo>
                <a:lnTo>
                  <a:pt x="0" y="5143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-1051799">
            <a:off x="12804583" y="7510738"/>
            <a:ext cx="387060" cy="387060"/>
            <a:chOff x="0" y="0"/>
            <a:chExt cx="516080" cy="516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6128" cy="516128"/>
            </a:xfrm>
            <a:custGeom>
              <a:avLst/>
              <a:gdLst/>
              <a:ahLst/>
              <a:cxnLst/>
              <a:rect r="r" b="b" t="t" l="l"/>
              <a:pathLst>
                <a:path h="516128" w="516128">
                  <a:moveTo>
                    <a:pt x="516128" y="258064"/>
                  </a:moveTo>
                  <a:cubicBezTo>
                    <a:pt x="516128" y="400558"/>
                    <a:pt x="400558" y="516128"/>
                    <a:pt x="258064" y="516128"/>
                  </a:cubicBezTo>
                  <a:cubicBezTo>
                    <a:pt x="115570" y="516128"/>
                    <a:pt x="0" y="400558"/>
                    <a:pt x="0" y="258064"/>
                  </a:cubicBezTo>
                  <a:cubicBezTo>
                    <a:pt x="0" y="115570"/>
                    <a:pt x="115570" y="0"/>
                    <a:pt x="258064" y="0"/>
                  </a:cubicBezTo>
                  <a:cubicBezTo>
                    <a:pt x="400558" y="0"/>
                    <a:pt x="516128" y="115570"/>
                    <a:pt x="516128" y="258064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2882016" y="7697966"/>
            <a:ext cx="233276" cy="122880"/>
          </a:xfrm>
          <a:custGeom>
            <a:avLst/>
            <a:gdLst/>
            <a:ahLst/>
            <a:cxnLst/>
            <a:rect r="r" b="b" t="t" l="l"/>
            <a:pathLst>
              <a:path h="122880" w="233276">
                <a:moveTo>
                  <a:pt x="0" y="0"/>
                </a:moveTo>
                <a:lnTo>
                  <a:pt x="233277" y="0"/>
                </a:lnTo>
                <a:lnTo>
                  <a:pt x="233277" y="122880"/>
                </a:lnTo>
                <a:lnTo>
                  <a:pt x="0" y="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41891" y="7587980"/>
            <a:ext cx="111893" cy="111893"/>
          </a:xfrm>
          <a:custGeom>
            <a:avLst/>
            <a:gdLst/>
            <a:ahLst/>
            <a:cxnLst/>
            <a:rect r="r" b="b" t="t" l="l"/>
            <a:pathLst>
              <a:path h="111893" w="111893">
                <a:moveTo>
                  <a:pt x="0" y="0"/>
                </a:moveTo>
                <a:lnTo>
                  <a:pt x="111893" y="0"/>
                </a:lnTo>
                <a:lnTo>
                  <a:pt x="111893" y="111893"/>
                </a:lnTo>
                <a:lnTo>
                  <a:pt x="0" y="1118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389589" y="7674314"/>
            <a:ext cx="632434" cy="358488"/>
            <a:chOff x="0" y="0"/>
            <a:chExt cx="843245" cy="477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7620" y="7620"/>
              <a:ext cx="828040" cy="462788"/>
            </a:xfrm>
            <a:custGeom>
              <a:avLst/>
              <a:gdLst/>
              <a:ahLst/>
              <a:cxnLst/>
              <a:rect r="r" b="b" t="t" l="l"/>
              <a:pathLst>
                <a:path h="462788" w="828040">
                  <a:moveTo>
                    <a:pt x="0" y="0"/>
                  </a:moveTo>
                  <a:lnTo>
                    <a:pt x="828040" y="0"/>
                  </a:lnTo>
                  <a:lnTo>
                    <a:pt x="828040" y="462788"/>
                  </a:lnTo>
                  <a:lnTo>
                    <a:pt x="0" y="462788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43280" cy="478028"/>
            </a:xfrm>
            <a:custGeom>
              <a:avLst/>
              <a:gdLst/>
              <a:ahLst/>
              <a:cxnLst/>
              <a:rect r="r" b="b" t="t" l="l"/>
              <a:pathLst>
                <a:path h="478028" w="843280">
                  <a:moveTo>
                    <a:pt x="7620" y="0"/>
                  </a:moveTo>
                  <a:lnTo>
                    <a:pt x="835660" y="0"/>
                  </a:lnTo>
                  <a:cubicBezTo>
                    <a:pt x="839851" y="0"/>
                    <a:pt x="843280" y="3429"/>
                    <a:pt x="843280" y="7620"/>
                  </a:cubicBezTo>
                  <a:lnTo>
                    <a:pt x="843280" y="470408"/>
                  </a:lnTo>
                  <a:cubicBezTo>
                    <a:pt x="843280" y="474599"/>
                    <a:pt x="839851" y="478028"/>
                    <a:pt x="835660" y="478028"/>
                  </a:cubicBezTo>
                  <a:lnTo>
                    <a:pt x="7620" y="478028"/>
                  </a:lnTo>
                  <a:cubicBezTo>
                    <a:pt x="3429" y="478028"/>
                    <a:pt x="0" y="474599"/>
                    <a:pt x="0" y="470408"/>
                  </a:cubicBezTo>
                  <a:lnTo>
                    <a:pt x="0" y="7620"/>
                  </a:lnTo>
                  <a:cubicBezTo>
                    <a:pt x="0" y="3429"/>
                    <a:pt x="3429" y="0"/>
                    <a:pt x="7620" y="0"/>
                  </a:cubicBezTo>
                  <a:moveTo>
                    <a:pt x="7620" y="15240"/>
                  </a:moveTo>
                  <a:lnTo>
                    <a:pt x="7620" y="7620"/>
                  </a:lnTo>
                  <a:lnTo>
                    <a:pt x="15240" y="7620"/>
                  </a:lnTo>
                  <a:lnTo>
                    <a:pt x="15240" y="470408"/>
                  </a:lnTo>
                  <a:lnTo>
                    <a:pt x="7620" y="470408"/>
                  </a:lnTo>
                  <a:lnTo>
                    <a:pt x="7620" y="462788"/>
                  </a:lnTo>
                  <a:lnTo>
                    <a:pt x="835660" y="462788"/>
                  </a:lnTo>
                  <a:lnTo>
                    <a:pt x="835660" y="470408"/>
                  </a:lnTo>
                  <a:lnTo>
                    <a:pt x="828040" y="470408"/>
                  </a:lnTo>
                  <a:lnTo>
                    <a:pt x="828040" y="7620"/>
                  </a:lnTo>
                  <a:lnTo>
                    <a:pt x="835660" y="7620"/>
                  </a:lnTo>
                  <a:lnTo>
                    <a:pt x="835660" y="15240"/>
                  </a:lnTo>
                  <a:lnTo>
                    <a:pt x="7620" y="15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401488" y="7671448"/>
            <a:ext cx="615641" cy="165695"/>
            <a:chOff x="0" y="0"/>
            <a:chExt cx="820854" cy="2209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-508" y="-508"/>
              <a:ext cx="821817" cy="221488"/>
            </a:xfrm>
            <a:custGeom>
              <a:avLst/>
              <a:gdLst/>
              <a:ahLst/>
              <a:cxnLst/>
              <a:rect r="r" b="b" t="t" l="l"/>
              <a:pathLst>
                <a:path h="221488" w="821817">
                  <a:moveTo>
                    <a:pt x="420878" y="221488"/>
                  </a:moveTo>
                  <a:cubicBezTo>
                    <a:pt x="420243" y="221488"/>
                    <a:pt x="419608" y="221361"/>
                    <a:pt x="419100" y="221107"/>
                  </a:cubicBezTo>
                  <a:lnTo>
                    <a:pt x="2667" y="7874"/>
                  </a:lnTo>
                  <a:cubicBezTo>
                    <a:pt x="762" y="6858"/>
                    <a:pt x="0" y="4572"/>
                    <a:pt x="889" y="2667"/>
                  </a:cubicBezTo>
                  <a:cubicBezTo>
                    <a:pt x="1778" y="762"/>
                    <a:pt x="4318" y="0"/>
                    <a:pt x="6223" y="1016"/>
                  </a:cubicBezTo>
                  <a:lnTo>
                    <a:pt x="420878" y="213106"/>
                  </a:lnTo>
                  <a:lnTo>
                    <a:pt x="815594" y="3556"/>
                  </a:lnTo>
                  <a:cubicBezTo>
                    <a:pt x="817499" y="2540"/>
                    <a:pt x="819785" y="3302"/>
                    <a:pt x="820801" y="5207"/>
                  </a:cubicBezTo>
                  <a:cubicBezTo>
                    <a:pt x="821817" y="7112"/>
                    <a:pt x="821055" y="9398"/>
                    <a:pt x="819150" y="10414"/>
                  </a:cubicBezTo>
                  <a:lnTo>
                    <a:pt x="422783" y="220980"/>
                  </a:lnTo>
                  <a:cubicBezTo>
                    <a:pt x="422148" y="221234"/>
                    <a:pt x="421513" y="221488"/>
                    <a:pt x="421005" y="2214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1116766" y="7694798"/>
            <a:ext cx="1245924" cy="292794"/>
          </a:xfrm>
          <a:custGeom>
            <a:avLst/>
            <a:gdLst/>
            <a:ahLst/>
            <a:cxnLst/>
            <a:rect r="r" b="b" t="t" l="l"/>
            <a:pathLst>
              <a:path h="292794" w="1245924">
                <a:moveTo>
                  <a:pt x="0" y="0"/>
                </a:moveTo>
                <a:lnTo>
                  <a:pt x="1245924" y="0"/>
                </a:lnTo>
                <a:lnTo>
                  <a:pt x="1245924" y="292794"/>
                </a:lnTo>
                <a:lnTo>
                  <a:pt x="0" y="292794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0819408" y="6809873"/>
            <a:ext cx="553271" cy="121906"/>
          </a:xfrm>
          <a:custGeom>
            <a:avLst/>
            <a:gdLst/>
            <a:ahLst/>
            <a:cxnLst/>
            <a:rect r="r" b="b" t="t" l="l"/>
            <a:pathLst>
              <a:path h="121906" w="553271">
                <a:moveTo>
                  <a:pt x="0" y="0"/>
                </a:moveTo>
                <a:lnTo>
                  <a:pt x="553270" y="0"/>
                </a:lnTo>
                <a:lnTo>
                  <a:pt x="553270" y="121905"/>
                </a:lnTo>
                <a:lnTo>
                  <a:pt x="0" y="1219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3148720" y="3028487"/>
            <a:ext cx="264401" cy="269886"/>
            <a:chOff x="0" y="0"/>
            <a:chExt cx="352534" cy="3598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-38862"/>
              <a:ext cx="352552" cy="398653"/>
            </a:xfrm>
            <a:custGeom>
              <a:avLst/>
              <a:gdLst/>
              <a:ahLst/>
              <a:cxnLst/>
              <a:rect r="r" b="b" t="t" l="l"/>
              <a:pathLst>
                <a:path h="398653" w="352552">
                  <a:moveTo>
                    <a:pt x="0" y="398653"/>
                  </a:moveTo>
                  <a:cubicBezTo>
                    <a:pt x="0" y="398653"/>
                    <a:pt x="762" y="92710"/>
                    <a:pt x="138303" y="46355"/>
                  </a:cubicBezTo>
                  <a:cubicBezTo>
                    <a:pt x="275844" y="0"/>
                    <a:pt x="352552" y="184785"/>
                    <a:pt x="352552" y="184785"/>
                  </a:cubicBezTo>
                  <a:lnTo>
                    <a:pt x="0" y="398653"/>
                  </a:ln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14986" y="3480325"/>
            <a:ext cx="419428" cy="513240"/>
            <a:chOff x="0" y="0"/>
            <a:chExt cx="559237" cy="6843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39243" y="-29591"/>
              <a:ext cx="601599" cy="874014"/>
            </a:xfrm>
            <a:custGeom>
              <a:avLst/>
              <a:gdLst/>
              <a:ahLst/>
              <a:cxnLst/>
              <a:rect r="r" b="b" t="t" l="l"/>
              <a:pathLst>
                <a:path h="874014" w="601599">
                  <a:moveTo>
                    <a:pt x="488696" y="623697"/>
                  </a:moveTo>
                  <a:cubicBezTo>
                    <a:pt x="489077" y="610997"/>
                    <a:pt x="595249" y="82042"/>
                    <a:pt x="598424" y="41021"/>
                  </a:cubicBezTo>
                  <a:cubicBezTo>
                    <a:pt x="601599" y="0"/>
                    <a:pt x="155321" y="82550"/>
                    <a:pt x="155321" y="82550"/>
                  </a:cubicBezTo>
                  <a:cubicBezTo>
                    <a:pt x="155321" y="82550"/>
                    <a:pt x="50546" y="471170"/>
                    <a:pt x="41783" y="541020"/>
                  </a:cubicBezTo>
                  <a:cubicBezTo>
                    <a:pt x="0" y="874014"/>
                    <a:pt x="488696" y="623697"/>
                    <a:pt x="488696" y="62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110644" y="3475906"/>
            <a:ext cx="428110" cy="522096"/>
          </a:xfrm>
          <a:custGeom>
            <a:avLst/>
            <a:gdLst/>
            <a:ahLst/>
            <a:cxnLst/>
            <a:rect r="r" b="b" t="t" l="l"/>
            <a:pathLst>
              <a:path h="522096" w="428110">
                <a:moveTo>
                  <a:pt x="0" y="0"/>
                </a:moveTo>
                <a:lnTo>
                  <a:pt x="428110" y="0"/>
                </a:lnTo>
                <a:lnTo>
                  <a:pt x="428110" y="522096"/>
                </a:lnTo>
                <a:lnTo>
                  <a:pt x="0" y="5220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056230" y="2994678"/>
            <a:ext cx="601867" cy="659036"/>
            <a:chOff x="0" y="0"/>
            <a:chExt cx="802490" cy="87871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6736" y="-17018"/>
              <a:ext cx="947166" cy="1027176"/>
            </a:xfrm>
            <a:custGeom>
              <a:avLst/>
              <a:gdLst/>
              <a:ahLst/>
              <a:cxnLst/>
              <a:rect r="r" b="b" t="t" l="l"/>
              <a:pathLst>
                <a:path h="1027176" w="947166">
                  <a:moveTo>
                    <a:pt x="530098" y="32131"/>
                  </a:moveTo>
                  <a:cubicBezTo>
                    <a:pt x="390906" y="0"/>
                    <a:pt x="367411" y="16764"/>
                    <a:pt x="255651" y="105664"/>
                  </a:cubicBezTo>
                  <a:cubicBezTo>
                    <a:pt x="183642" y="162941"/>
                    <a:pt x="0" y="677799"/>
                    <a:pt x="57785" y="800354"/>
                  </a:cubicBezTo>
                  <a:cubicBezTo>
                    <a:pt x="164846" y="1027176"/>
                    <a:pt x="639191" y="784225"/>
                    <a:pt x="673735" y="739902"/>
                  </a:cubicBezTo>
                  <a:cubicBezTo>
                    <a:pt x="708279" y="695579"/>
                    <a:pt x="947166" y="291465"/>
                    <a:pt x="803910" y="154559"/>
                  </a:cubicBezTo>
                  <a:cubicBezTo>
                    <a:pt x="739775" y="93218"/>
                    <a:pt x="630936" y="55372"/>
                    <a:pt x="530098" y="320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3051926" y="2990336"/>
            <a:ext cx="371215" cy="667757"/>
          </a:xfrm>
          <a:custGeom>
            <a:avLst/>
            <a:gdLst/>
            <a:ahLst/>
            <a:cxnLst/>
            <a:rect r="r" b="b" t="t" l="l"/>
            <a:pathLst>
              <a:path h="667757" w="371215">
                <a:moveTo>
                  <a:pt x="0" y="0"/>
                </a:moveTo>
                <a:lnTo>
                  <a:pt x="371215" y="0"/>
                </a:lnTo>
                <a:lnTo>
                  <a:pt x="371215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3136665" y="3248430"/>
            <a:ext cx="195168" cy="87430"/>
            <a:chOff x="0" y="0"/>
            <a:chExt cx="260224" cy="11657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-2794" y="-2159"/>
              <a:ext cx="265811" cy="120904"/>
            </a:xfrm>
            <a:custGeom>
              <a:avLst/>
              <a:gdLst/>
              <a:ahLst/>
              <a:cxnLst/>
              <a:rect r="r" b="b" t="t" l="l"/>
              <a:pathLst>
                <a:path h="120904" w="265811">
                  <a:moveTo>
                    <a:pt x="249809" y="54483"/>
                  </a:moveTo>
                  <a:cubicBezTo>
                    <a:pt x="260477" y="57023"/>
                    <a:pt x="265811" y="73406"/>
                    <a:pt x="261620" y="91059"/>
                  </a:cubicBezTo>
                  <a:cubicBezTo>
                    <a:pt x="257429" y="108712"/>
                    <a:pt x="245364" y="120904"/>
                    <a:pt x="234569" y="118364"/>
                  </a:cubicBezTo>
                  <a:cubicBezTo>
                    <a:pt x="223774" y="115824"/>
                    <a:pt x="218694" y="99441"/>
                    <a:pt x="222885" y="81788"/>
                  </a:cubicBezTo>
                  <a:cubicBezTo>
                    <a:pt x="227076" y="64135"/>
                    <a:pt x="239141" y="51943"/>
                    <a:pt x="249809" y="54483"/>
                  </a:cubicBezTo>
                  <a:close/>
                  <a:moveTo>
                    <a:pt x="31242" y="2540"/>
                  </a:moveTo>
                  <a:cubicBezTo>
                    <a:pt x="41910" y="5080"/>
                    <a:pt x="47244" y="21463"/>
                    <a:pt x="43053" y="39116"/>
                  </a:cubicBezTo>
                  <a:cubicBezTo>
                    <a:pt x="38862" y="56769"/>
                    <a:pt x="26670" y="68961"/>
                    <a:pt x="16002" y="66421"/>
                  </a:cubicBezTo>
                  <a:cubicBezTo>
                    <a:pt x="5334" y="63881"/>
                    <a:pt x="0" y="47498"/>
                    <a:pt x="4191" y="29845"/>
                  </a:cubicBezTo>
                  <a:cubicBezTo>
                    <a:pt x="8382" y="12192"/>
                    <a:pt x="20447" y="0"/>
                    <a:pt x="31242" y="2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3146180" y="3193502"/>
            <a:ext cx="479782" cy="280780"/>
          </a:xfrm>
          <a:custGeom>
            <a:avLst/>
            <a:gdLst/>
            <a:ahLst/>
            <a:cxnLst/>
            <a:rect r="r" b="b" t="t" l="l"/>
            <a:pathLst>
              <a:path h="280780" w="479782">
                <a:moveTo>
                  <a:pt x="0" y="0"/>
                </a:moveTo>
                <a:lnTo>
                  <a:pt x="479782" y="0"/>
                </a:lnTo>
                <a:lnTo>
                  <a:pt x="479782" y="280780"/>
                </a:lnTo>
                <a:lnTo>
                  <a:pt x="0" y="2807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3178838" y="2835382"/>
            <a:ext cx="594158" cy="741624"/>
          </a:xfrm>
          <a:custGeom>
            <a:avLst/>
            <a:gdLst/>
            <a:ahLst/>
            <a:cxnLst/>
            <a:rect r="r" b="b" t="t" l="l"/>
            <a:pathLst>
              <a:path h="741624" w="594158">
                <a:moveTo>
                  <a:pt x="0" y="0"/>
                </a:moveTo>
                <a:lnTo>
                  <a:pt x="594158" y="0"/>
                </a:lnTo>
                <a:lnTo>
                  <a:pt x="594158" y="741624"/>
                </a:lnTo>
                <a:lnTo>
                  <a:pt x="0" y="74162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501140" y="3311182"/>
            <a:ext cx="157859" cy="175276"/>
            <a:chOff x="0" y="0"/>
            <a:chExt cx="210478" cy="2337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-44323" y="-37719"/>
              <a:ext cx="301879" cy="303149"/>
            </a:xfrm>
            <a:custGeom>
              <a:avLst/>
              <a:gdLst/>
              <a:ahLst/>
              <a:cxnLst/>
              <a:rect r="r" b="b" t="t" l="l"/>
              <a:pathLst>
                <a:path h="303149" w="301879">
                  <a:moveTo>
                    <a:pt x="91440" y="52959"/>
                  </a:moveTo>
                  <a:cubicBezTo>
                    <a:pt x="91440" y="52959"/>
                    <a:pt x="197993" y="0"/>
                    <a:pt x="241173" y="91694"/>
                  </a:cubicBezTo>
                  <a:cubicBezTo>
                    <a:pt x="301879" y="220599"/>
                    <a:pt x="144018" y="303149"/>
                    <a:pt x="72009" y="259842"/>
                  </a:cubicBezTo>
                  <a:cubicBezTo>
                    <a:pt x="0" y="216535"/>
                    <a:pt x="91440" y="52959"/>
                    <a:pt x="91440" y="529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15322" y="3813202"/>
            <a:ext cx="773281" cy="1180369"/>
            <a:chOff x="0" y="0"/>
            <a:chExt cx="1031042" cy="15738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-43434" y="-33020"/>
              <a:ext cx="1125093" cy="1646047"/>
            </a:xfrm>
            <a:custGeom>
              <a:avLst/>
              <a:gdLst/>
              <a:ahLst/>
              <a:cxnLst/>
              <a:rect r="r" b="b" t="t" l="l"/>
              <a:pathLst>
                <a:path h="1646047" w="1125093">
                  <a:moveTo>
                    <a:pt x="1055878" y="389128"/>
                  </a:moveTo>
                  <a:lnTo>
                    <a:pt x="642874" y="1413383"/>
                  </a:lnTo>
                  <a:cubicBezTo>
                    <a:pt x="579120" y="1569085"/>
                    <a:pt x="403225" y="1646047"/>
                    <a:pt x="245618" y="1586992"/>
                  </a:cubicBezTo>
                  <a:cubicBezTo>
                    <a:pt x="81026" y="1525270"/>
                    <a:pt x="0" y="1339596"/>
                    <a:pt x="66929" y="1177036"/>
                  </a:cubicBezTo>
                  <a:lnTo>
                    <a:pt x="439039" y="225425"/>
                  </a:lnTo>
                  <a:cubicBezTo>
                    <a:pt x="499872" y="77343"/>
                    <a:pt x="663321" y="0"/>
                    <a:pt x="816356" y="46482"/>
                  </a:cubicBezTo>
                  <a:cubicBezTo>
                    <a:pt x="991235" y="99695"/>
                    <a:pt x="1125093" y="219964"/>
                    <a:pt x="1055878" y="3891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195718" y="3795872"/>
            <a:ext cx="812302" cy="1217809"/>
            <a:chOff x="0" y="0"/>
            <a:chExt cx="1083069" cy="162374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-45212" y="-43815"/>
              <a:ext cx="1181354" cy="1707388"/>
            </a:xfrm>
            <a:custGeom>
              <a:avLst/>
              <a:gdLst/>
              <a:ahLst/>
              <a:cxnLst/>
              <a:rect r="r" b="b" t="t" l="l"/>
              <a:pathLst>
                <a:path h="1707388" w="1181354">
                  <a:moveTo>
                    <a:pt x="263017" y="1647952"/>
                  </a:moveTo>
                  <a:cubicBezTo>
                    <a:pt x="427990" y="1707388"/>
                    <a:pt x="610616" y="1627124"/>
                    <a:pt x="678434" y="1465453"/>
                  </a:cubicBezTo>
                  <a:lnTo>
                    <a:pt x="1107186" y="442595"/>
                  </a:lnTo>
                  <a:cubicBezTo>
                    <a:pt x="1181354" y="264541"/>
                    <a:pt x="1050036" y="132334"/>
                    <a:pt x="869061" y="65151"/>
                  </a:cubicBezTo>
                  <a:cubicBezTo>
                    <a:pt x="693547" y="0"/>
                    <a:pt x="498348" y="89027"/>
                    <a:pt x="432435" y="264287"/>
                  </a:cubicBezTo>
                  <a:lnTo>
                    <a:pt x="68580" y="1216533"/>
                  </a:lnTo>
                  <a:cubicBezTo>
                    <a:pt x="0" y="1389380"/>
                    <a:pt x="88011" y="1584833"/>
                    <a:pt x="263017" y="164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447221" y="4549399"/>
            <a:ext cx="965653" cy="464269"/>
            <a:chOff x="0" y="0"/>
            <a:chExt cx="1287538" cy="61902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7526" cy="618998"/>
            </a:xfrm>
            <a:custGeom>
              <a:avLst/>
              <a:gdLst/>
              <a:ahLst/>
              <a:cxnLst/>
              <a:rect r="r" b="b" t="t" l="l"/>
              <a:pathLst>
                <a:path h="618998" w="1287526">
                  <a:moveTo>
                    <a:pt x="62738" y="61468"/>
                  </a:moveTo>
                  <a:lnTo>
                    <a:pt x="0" y="453771"/>
                  </a:lnTo>
                  <a:lnTo>
                    <a:pt x="1287526" y="618998"/>
                  </a:lnTo>
                  <a:lnTo>
                    <a:pt x="1287526" y="0"/>
                  </a:lnTo>
                  <a:lnTo>
                    <a:pt x="62738" y="614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489966" y="4552790"/>
            <a:ext cx="927300" cy="61865"/>
            <a:chOff x="0" y="0"/>
            <a:chExt cx="1236400" cy="824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127" y="0"/>
              <a:ext cx="1237361" cy="82423"/>
            </a:xfrm>
            <a:custGeom>
              <a:avLst/>
              <a:gdLst/>
              <a:ahLst/>
              <a:cxnLst/>
              <a:rect r="r" b="b" t="t" l="l"/>
              <a:pathLst>
                <a:path h="82423" w="1237361">
                  <a:moveTo>
                    <a:pt x="1230630" y="82423"/>
                  </a:moveTo>
                  <a:cubicBezTo>
                    <a:pt x="1229995" y="82423"/>
                    <a:pt x="1229360" y="82296"/>
                    <a:pt x="1228725" y="82169"/>
                  </a:cubicBezTo>
                  <a:lnTo>
                    <a:pt x="1025271" y="11684"/>
                  </a:lnTo>
                  <a:lnTo>
                    <a:pt x="6223" y="62738"/>
                  </a:lnTo>
                  <a:cubicBezTo>
                    <a:pt x="3048" y="62992"/>
                    <a:pt x="254" y="60452"/>
                    <a:pt x="127" y="57277"/>
                  </a:cubicBezTo>
                  <a:cubicBezTo>
                    <a:pt x="0" y="54102"/>
                    <a:pt x="2413" y="51308"/>
                    <a:pt x="5588" y="51181"/>
                  </a:cubicBezTo>
                  <a:lnTo>
                    <a:pt x="1025779" y="0"/>
                  </a:lnTo>
                  <a:cubicBezTo>
                    <a:pt x="1026541" y="0"/>
                    <a:pt x="1027303" y="127"/>
                    <a:pt x="1027938" y="254"/>
                  </a:cubicBezTo>
                  <a:lnTo>
                    <a:pt x="1232662" y="71120"/>
                  </a:lnTo>
                  <a:cubicBezTo>
                    <a:pt x="1235710" y="72136"/>
                    <a:pt x="1237361" y="75438"/>
                    <a:pt x="1236218" y="78486"/>
                  </a:cubicBezTo>
                  <a:cubicBezTo>
                    <a:pt x="1235456" y="80899"/>
                    <a:pt x="1233170" y="82423"/>
                    <a:pt x="1230757" y="824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905728" y="4844704"/>
            <a:ext cx="928739" cy="2048114"/>
            <a:chOff x="0" y="0"/>
            <a:chExt cx="1238318" cy="2730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-28956"/>
              <a:ext cx="1302131" cy="2759837"/>
            </a:xfrm>
            <a:custGeom>
              <a:avLst/>
              <a:gdLst/>
              <a:ahLst/>
              <a:cxnLst/>
              <a:rect r="r" b="b" t="t" l="l"/>
              <a:pathLst>
                <a:path h="2759837" w="1302131">
                  <a:moveTo>
                    <a:pt x="1220978" y="566293"/>
                  </a:moveTo>
                  <a:cubicBezTo>
                    <a:pt x="989203" y="1261872"/>
                    <a:pt x="479425" y="2759837"/>
                    <a:pt x="479425" y="2759837"/>
                  </a:cubicBezTo>
                  <a:lnTo>
                    <a:pt x="0" y="2652903"/>
                  </a:lnTo>
                  <a:lnTo>
                    <a:pt x="359410" y="319913"/>
                  </a:lnTo>
                  <a:cubicBezTo>
                    <a:pt x="385572" y="130937"/>
                    <a:pt x="606171" y="0"/>
                    <a:pt x="832866" y="34544"/>
                  </a:cubicBezTo>
                  <a:cubicBezTo>
                    <a:pt x="1086485" y="73279"/>
                    <a:pt x="1302131" y="322961"/>
                    <a:pt x="1220978" y="566293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15" id="115"/>
          <p:cNvSpPr/>
          <p:nvPr/>
        </p:nvSpPr>
        <p:spPr>
          <a:xfrm flipH="false" flipV="false" rot="0">
            <a:off x="10901380" y="4840438"/>
            <a:ext cx="937364" cy="2056736"/>
          </a:xfrm>
          <a:custGeom>
            <a:avLst/>
            <a:gdLst/>
            <a:ahLst/>
            <a:cxnLst/>
            <a:rect r="r" b="b" t="t" l="l"/>
            <a:pathLst>
              <a:path h="2056736" w="937364">
                <a:moveTo>
                  <a:pt x="0" y="0"/>
                </a:moveTo>
                <a:lnTo>
                  <a:pt x="937364" y="0"/>
                </a:lnTo>
                <a:lnTo>
                  <a:pt x="937364" y="2056736"/>
                </a:lnTo>
                <a:lnTo>
                  <a:pt x="0" y="2056736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262036" y="6724838"/>
            <a:ext cx="1118300" cy="629549"/>
            <a:chOff x="0" y="0"/>
            <a:chExt cx="1491067" cy="8393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91107" cy="839470"/>
            </a:xfrm>
            <a:custGeom>
              <a:avLst/>
              <a:gdLst/>
              <a:ahLst/>
              <a:cxnLst/>
              <a:rect r="r" b="b" t="t" l="l"/>
              <a:pathLst>
                <a:path h="839470" w="1491107">
                  <a:moveTo>
                    <a:pt x="0" y="724281"/>
                  </a:moveTo>
                  <a:lnTo>
                    <a:pt x="9398" y="822452"/>
                  </a:lnTo>
                  <a:lnTo>
                    <a:pt x="38735" y="839470"/>
                  </a:lnTo>
                  <a:lnTo>
                    <a:pt x="1491107" y="700151"/>
                  </a:lnTo>
                  <a:lnTo>
                    <a:pt x="1474470" y="525907"/>
                  </a:lnTo>
                  <a:cubicBezTo>
                    <a:pt x="1472438" y="504698"/>
                    <a:pt x="1460246" y="485775"/>
                    <a:pt x="1441831" y="475234"/>
                  </a:cubicBezTo>
                  <a:lnTo>
                    <a:pt x="1400429" y="43434"/>
                  </a:lnTo>
                  <a:lnTo>
                    <a:pt x="890524" y="0"/>
                  </a:lnTo>
                  <a:lnTo>
                    <a:pt x="772922" y="151003"/>
                  </a:lnTo>
                  <a:lnTo>
                    <a:pt x="537591" y="350139"/>
                  </a:lnTo>
                  <a:cubicBezTo>
                    <a:pt x="455041" y="419989"/>
                    <a:pt x="362585" y="477520"/>
                    <a:pt x="263398" y="520573"/>
                  </a:cubicBezTo>
                  <a:cubicBezTo>
                    <a:pt x="164211" y="563626"/>
                    <a:pt x="51308" y="612394"/>
                    <a:pt x="44831" y="613029"/>
                  </a:cubicBezTo>
                  <a:cubicBezTo>
                    <a:pt x="34417" y="614045"/>
                    <a:pt x="7620" y="699262"/>
                    <a:pt x="1270" y="719836"/>
                  </a:cubicBezTo>
                  <a:cubicBezTo>
                    <a:pt x="381" y="722757"/>
                    <a:pt x="0" y="724281"/>
                    <a:pt x="0" y="7242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267438" y="7191083"/>
            <a:ext cx="1112928" cy="163304"/>
            <a:chOff x="0" y="0"/>
            <a:chExt cx="1483904" cy="2177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83868" cy="217805"/>
            </a:xfrm>
            <a:custGeom>
              <a:avLst/>
              <a:gdLst/>
              <a:ahLst/>
              <a:cxnLst/>
              <a:rect r="r" b="b" t="t" l="l"/>
              <a:pathLst>
                <a:path h="217805" w="1483868">
                  <a:moveTo>
                    <a:pt x="0" y="177165"/>
                  </a:moveTo>
                  <a:lnTo>
                    <a:pt x="2286" y="200787"/>
                  </a:lnTo>
                  <a:lnTo>
                    <a:pt x="31623" y="217805"/>
                  </a:lnTo>
                  <a:lnTo>
                    <a:pt x="1483868" y="78486"/>
                  </a:lnTo>
                  <a:lnTo>
                    <a:pt x="1476375" y="0"/>
                  </a:lnTo>
                  <a:lnTo>
                    <a:pt x="0" y="177165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262065" y="7081216"/>
            <a:ext cx="1116878" cy="260450"/>
            <a:chOff x="0" y="0"/>
            <a:chExt cx="1489171" cy="3472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89202" cy="347218"/>
            </a:xfrm>
            <a:custGeom>
              <a:avLst/>
              <a:gdLst/>
              <a:ahLst/>
              <a:cxnLst/>
              <a:rect r="r" b="b" t="t" l="l"/>
              <a:pathLst>
                <a:path h="347218" w="1489202">
                  <a:moveTo>
                    <a:pt x="0" y="249047"/>
                  </a:moveTo>
                  <a:lnTo>
                    <a:pt x="9398" y="347218"/>
                  </a:lnTo>
                  <a:lnTo>
                    <a:pt x="1489202" y="205359"/>
                  </a:lnTo>
                  <a:lnTo>
                    <a:pt x="1474343" y="50673"/>
                  </a:lnTo>
                  <a:cubicBezTo>
                    <a:pt x="1472311" y="29464"/>
                    <a:pt x="1460119" y="10541"/>
                    <a:pt x="1441704" y="0"/>
                  </a:cubicBezTo>
                  <a:lnTo>
                    <a:pt x="1270" y="244729"/>
                  </a:lnTo>
                  <a:cubicBezTo>
                    <a:pt x="381" y="247650"/>
                    <a:pt x="0" y="249174"/>
                    <a:pt x="0" y="2491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259320" y="6902213"/>
            <a:ext cx="1088389" cy="386888"/>
          </a:xfrm>
          <a:custGeom>
            <a:avLst/>
            <a:gdLst/>
            <a:ahLst/>
            <a:cxnLst/>
            <a:rect r="r" b="b" t="t" l="l"/>
            <a:pathLst>
              <a:path h="386888" w="1088389">
                <a:moveTo>
                  <a:pt x="0" y="0"/>
                </a:moveTo>
                <a:lnTo>
                  <a:pt x="1088389" y="0"/>
                </a:lnTo>
                <a:lnTo>
                  <a:pt x="1088389" y="386888"/>
                </a:lnTo>
                <a:lnTo>
                  <a:pt x="0" y="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885865" y="4779217"/>
            <a:ext cx="2433794" cy="1886722"/>
          </a:xfrm>
          <a:custGeom>
            <a:avLst/>
            <a:gdLst/>
            <a:ahLst/>
            <a:cxnLst/>
            <a:rect r="r" b="b" t="t" l="l"/>
            <a:pathLst>
              <a:path h="1886722" w="2433794">
                <a:moveTo>
                  <a:pt x="0" y="0"/>
                </a:moveTo>
                <a:lnTo>
                  <a:pt x="2433794" y="0"/>
                </a:lnTo>
                <a:lnTo>
                  <a:pt x="2433794" y="1886722"/>
                </a:lnTo>
                <a:lnTo>
                  <a:pt x="0" y="1886722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0881432" y="4774832"/>
            <a:ext cx="1872566" cy="1895465"/>
          </a:xfrm>
          <a:custGeom>
            <a:avLst/>
            <a:gdLst/>
            <a:ahLst/>
            <a:cxnLst/>
            <a:rect r="r" b="b" t="t" l="l"/>
            <a:pathLst>
              <a:path h="1895465" w="1872566">
                <a:moveTo>
                  <a:pt x="0" y="0"/>
                </a:moveTo>
                <a:lnTo>
                  <a:pt x="1872566" y="0"/>
                </a:lnTo>
                <a:lnTo>
                  <a:pt x="1872566" y="1895465"/>
                </a:lnTo>
                <a:lnTo>
                  <a:pt x="0" y="189546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495416" y="4890385"/>
            <a:ext cx="896094" cy="330440"/>
            <a:chOff x="0" y="0"/>
            <a:chExt cx="1194792" cy="44058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-762" y="-762"/>
              <a:ext cx="1196340" cy="441325"/>
            </a:xfrm>
            <a:custGeom>
              <a:avLst/>
              <a:gdLst/>
              <a:ahLst/>
              <a:cxnLst/>
              <a:rect r="r" b="b" t="t" l="l"/>
              <a:pathLst>
                <a:path h="441325" w="1196340">
                  <a:moveTo>
                    <a:pt x="1189736" y="441325"/>
                  </a:moveTo>
                  <a:cubicBezTo>
                    <a:pt x="1189101" y="441325"/>
                    <a:pt x="1188466" y="441198"/>
                    <a:pt x="1187704" y="440944"/>
                  </a:cubicBezTo>
                  <a:lnTo>
                    <a:pt x="4572" y="12065"/>
                  </a:lnTo>
                  <a:cubicBezTo>
                    <a:pt x="1524" y="10922"/>
                    <a:pt x="0" y="7620"/>
                    <a:pt x="1143" y="4572"/>
                  </a:cubicBezTo>
                  <a:cubicBezTo>
                    <a:pt x="2286" y="1524"/>
                    <a:pt x="5461" y="0"/>
                    <a:pt x="8509" y="1143"/>
                  </a:cubicBezTo>
                  <a:lnTo>
                    <a:pt x="1191768" y="430022"/>
                  </a:lnTo>
                  <a:cubicBezTo>
                    <a:pt x="1194816" y="431165"/>
                    <a:pt x="1196340" y="434467"/>
                    <a:pt x="1195197" y="437515"/>
                  </a:cubicBezTo>
                  <a:cubicBezTo>
                    <a:pt x="1194308" y="439928"/>
                    <a:pt x="1192149" y="441325"/>
                    <a:pt x="1189736" y="441325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82947" y="5478793"/>
            <a:ext cx="31531" cy="173659"/>
            <a:chOff x="0" y="0"/>
            <a:chExt cx="42042" cy="23154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-381" y="-508"/>
              <a:ext cx="42799" cy="232156"/>
            </a:xfrm>
            <a:custGeom>
              <a:avLst/>
              <a:gdLst/>
              <a:ahLst/>
              <a:cxnLst/>
              <a:rect r="r" b="b" t="t" l="l"/>
              <a:pathLst>
                <a:path h="232156" w="42799">
                  <a:moveTo>
                    <a:pt x="36576" y="232029"/>
                  </a:moveTo>
                  <a:cubicBezTo>
                    <a:pt x="33655" y="232029"/>
                    <a:pt x="31242" y="229997"/>
                    <a:pt x="30861" y="227076"/>
                  </a:cubicBezTo>
                  <a:lnTo>
                    <a:pt x="381" y="7112"/>
                  </a:lnTo>
                  <a:cubicBezTo>
                    <a:pt x="0" y="3937"/>
                    <a:pt x="2159" y="1016"/>
                    <a:pt x="5334" y="508"/>
                  </a:cubicBezTo>
                  <a:cubicBezTo>
                    <a:pt x="8509" y="0"/>
                    <a:pt x="11557" y="2413"/>
                    <a:pt x="11938" y="5588"/>
                  </a:cubicBezTo>
                  <a:lnTo>
                    <a:pt x="42418" y="225552"/>
                  </a:lnTo>
                  <a:cubicBezTo>
                    <a:pt x="42799" y="228727"/>
                    <a:pt x="40640" y="231648"/>
                    <a:pt x="37465" y="232156"/>
                  </a:cubicBezTo>
                  <a:cubicBezTo>
                    <a:pt x="37211" y="232156"/>
                    <a:pt x="36957" y="232156"/>
                    <a:pt x="36703" y="232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960096" y="6009893"/>
            <a:ext cx="671126" cy="2060878"/>
            <a:chOff x="0" y="0"/>
            <a:chExt cx="894835" cy="274783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-1905"/>
              <a:ext cx="935101" cy="2749804"/>
            </a:xfrm>
            <a:custGeom>
              <a:avLst/>
              <a:gdLst/>
              <a:ahLst/>
              <a:cxnLst/>
              <a:rect r="r" b="b" t="t" l="l"/>
              <a:pathLst>
                <a:path h="2749804" w="935101">
                  <a:moveTo>
                    <a:pt x="889381" y="473075"/>
                  </a:moveTo>
                  <a:cubicBezTo>
                    <a:pt x="758952" y="1194689"/>
                    <a:pt x="467487" y="2749804"/>
                    <a:pt x="467487" y="2749804"/>
                  </a:cubicBezTo>
                  <a:lnTo>
                    <a:pt x="0" y="2667635"/>
                  </a:lnTo>
                  <a:lnTo>
                    <a:pt x="81280" y="392430"/>
                  </a:lnTo>
                  <a:cubicBezTo>
                    <a:pt x="80264" y="201803"/>
                    <a:pt x="200279" y="0"/>
                    <a:pt x="429514" y="1905"/>
                  </a:cubicBezTo>
                  <a:cubicBezTo>
                    <a:pt x="686054" y="4064"/>
                    <a:pt x="935101" y="220599"/>
                    <a:pt x="889381" y="473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1" id="131"/>
          <p:cNvSpPr/>
          <p:nvPr/>
        </p:nvSpPr>
        <p:spPr>
          <a:xfrm flipH="false" flipV="false" rot="0">
            <a:off x="10955735" y="6005568"/>
            <a:ext cx="679746" cy="2069590"/>
          </a:xfrm>
          <a:custGeom>
            <a:avLst/>
            <a:gdLst/>
            <a:ahLst/>
            <a:cxnLst/>
            <a:rect r="r" b="b" t="t" l="l"/>
            <a:pathLst>
              <a:path h="2069590" w="679746">
                <a:moveTo>
                  <a:pt x="0" y="0"/>
                </a:moveTo>
                <a:lnTo>
                  <a:pt x="679746" y="0"/>
                </a:lnTo>
                <a:lnTo>
                  <a:pt x="679746" y="2069590"/>
                </a:lnTo>
                <a:lnTo>
                  <a:pt x="0" y="206959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0914241" y="5449898"/>
            <a:ext cx="2464859" cy="2188642"/>
          </a:xfrm>
          <a:custGeom>
            <a:avLst/>
            <a:gdLst/>
            <a:ahLst/>
            <a:cxnLst/>
            <a:rect r="r" b="b" t="t" l="l"/>
            <a:pathLst>
              <a:path h="2188642" w="2464859">
                <a:moveTo>
                  <a:pt x="0" y="0"/>
                </a:moveTo>
                <a:lnTo>
                  <a:pt x="2464859" y="0"/>
                </a:lnTo>
                <a:lnTo>
                  <a:pt x="2464859" y="2188642"/>
                </a:lnTo>
                <a:lnTo>
                  <a:pt x="0" y="2188642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415728" y="7915049"/>
            <a:ext cx="1091233" cy="792185"/>
            <a:chOff x="0" y="0"/>
            <a:chExt cx="1454978" cy="105624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55039" cy="1056386"/>
            </a:xfrm>
            <a:custGeom>
              <a:avLst/>
              <a:gdLst/>
              <a:ahLst/>
              <a:cxnLst/>
              <a:rect r="r" b="b" t="t" l="l"/>
              <a:pathLst>
                <a:path h="1056386" w="1455039">
                  <a:moveTo>
                    <a:pt x="0" y="951484"/>
                  </a:moveTo>
                  <a:lnTo>
                    <a:pt x="29210" y="1045718"/>
                  </a:lnTo>
                  <a:lnTo>
                    <a:pt x="61468" y="1056386"/>
                  </a:lnTo>
                  <a:lnTo>
                    <a:pt x="1455039" y="624586"/>
                  </a:lnTo>
                  <a:lnTo>
                    <a:pt x="1403223" y="457327"/>
                  </a:lnTo>
                  <a:cubicBezTo>
                    <a:pt x="1396873" y="437007"/>
                    <a:pt x="1381252" y="421005"/>
                    <a:pt x="1360932" y="414274"/>
                  </a:cubicBezTo>
                  <a:lnTo>
                    <a:pt x="1232535" y="0"/>
                  </a:lnTo>
                  <a:lnTo>
                    <a:pt x="724535" y="61214"/>
                  </a:lnTo>
                  <a:lnTo>
                    <a:pt x="640207" y="233045"/>
                  </a:lnTo>
                  <a:lnTo>
                    <a:pt x="450342" y="475869"/>
                  </a:lnTo>
                  <a:cubicBezTo>
                    <a:pt x="383667" y="561086"/>
                    <a:pt x="304927" y="636016"/>
                    <a:pt x="216535" y="698500"/>
                  </a:cubicBezTo>
                  <a:cubicBezTo>
                    <a:pt x="128143" y="760984"/>
                    <a:pt x="27559" y="831596"/>
                    <a:pt x="21209" y="833501"/>
                  </a:cubicBezTo>
                  <a:cubicBezTo>
                    <a:pt x="11303" y="836549"/>
                    <a:pt x="2413" y="925449"/>
                    <a:pt x="381" y="946912"/>
                  </a:cubicBezTo>
                  <a:cubicBezTo>
                    <a:pt x="127" y="949833"/>
                    <a:pt x="0" y="951484"/>
                    <a:pt x="0" y="9514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432369" y="8327012"/>
            <a:ext cx="1074622" cy="380221"/>
            <a:chOff x="0" y="0"/>
            <a:chExt cx="1432829" cy="50696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2814" cy="506984"/>
            </a:xfrm>
            <a:custGeom>
              <a:avLst/>
              <a:gdLst/>
              <a:ahLst/>
              <a:cxnLst/>
              <a:rect r="r" b="b" t="t" l="l"/>
              <a:pathLst>
                <a:path h="506984" w="1432814">
                  <a:moveTo>
                    <a:pt x="0" y="473710"/>
                  </a:moveTo>
                  <a:lnTo>
                    <a:pt x="6985" y="496316"/>
                  </a:lnTo>
                  <a:lnTo>
                    <a:pt x="39243" y="506984"/>
                  </a:lnTo>
                  <a:lnTo>
                    <a:pt x="1432814" y="75311"/>
                  </a:lnTo>
                  <a:lnTo>
                    <a:pt x="1409446" y="0"/>
                  </a:lnTo>
                  <a:lnTo>
                    <a:pt x="0" y="473710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415728" y="8225800"/>
            <a:ext cx="1086848" cy="473476"/>
            <a:chOff x="0" y="0"/>
            <a:chExt cx="1449131" cy="63130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49070" cy="631317"/>
            </a:xfrm>
            <a:custGeom>
              <a:avLst/>
              <a:gdLst/>
              <a:ahLst/>
              <a:cxnLst/>
              <a:rect r="r" b="b" t="t" l="l"/>
              <a:pathLst>
                <a:path h="631317" w="1449070">
                  <a:moveTo>
                    <a:pt x="0" y="537083"/>
                  </a:moveTo>
                  <a:lnTo>
                    <a:pt x="29210" y="631317"/>
                  </a:lnTo>
                  <a:lnTo>
                    <a:pt x="1449070" y="191516"/>
                  </a:lnTo>
                  <a:lnTo>
                    <a:pt x="1403223" y="43053"/>
                  </a:lnTo>
                  <a:cubicBezTo>
                    <a:pt x="1396873" y="22733"/>
                    <a:pt x="1381252" y="6731"/>
                    <a:pt x="1360932" y="0"/>
                  </a:cubicBezTo>
                  <a:lnTo>
                    <a:pt x="381" y="532511"/>
                  </a:lnTo>
                  <a:cubicBezTo>
                    <a:pt x="127" y="535432"/>
                    <a:pt x="0" y="537083"/>
                    <a:pt x="0" y="5370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0416322" y="8163498"/>
            <a:ext cx="1024439" cy="485507"/>
          </a:xfrm>
          <a:custGeom>
            <a:avLst/>
            <a:gdLst/>
            <a:ahLst/>
            <a:cxnLst/>
            <a:rect r="r" b="b" t="t" l="l"/>
            <a:pathLst>
              <a:path h="485507" w="1024439">
                <a:moveTo>
                  <a:pt x="0" y="0"/>
                </a:moveTo>
                <a:lnTo>
                  <a:pt x="1024438" y="0"/>
                </a:lnTo>
                <a:lnTo>
                  <a:pt x="1024438" y="485507"/>
                </a:lnTo>
                <a:lnTo>
                  <a:pt x="0" y="485507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1516461" y="6303030"/>
            <a:ext cx="107627" cy="132284"/>
            <a:chOff x="0" y="0"/>
            <a:chExt cx="143502" cy="1763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-762" y="-762"/>
              <a:ext cx="145034" cy="177165"/>
            </a:xfrm>
            <a:custGeom>
              <a:avLst/>
              <a:gdLst/>
              <a:ahLst/>
              <a:cxnLst/>
              <a:rect r="r" b="b" t="t" l="l"/>
              <a:pathLst>
                <a:path h="177165" w="145034">
                  <a:moveTo>
                    <a:pt x="138430" y="177165"/>
                  </a:moveTo>
                  <a:cubicBezTo>
                    <a:pt x="136779" y="177165"/>
                    <a:pt x="135001" y="176403"/>
                    <a:pt x="133858" y="175006"/>
                  </a:cubicBezTo>
                  <a:lnTo>
                    <a:pt x="2032" y="10160"/>
                  </a:lnTo>
                  <a:cubicBezTo>
                    <a:pt x="0" y="7747"/>
                    <a:pt x="508" y="4064"/>
                    <a:pt x="2921" y="2032"/>
                  </a:cubicBezTo>
                  <a:cubicBezTo>
                    <a:pt x="5334" y="0"/>
                    <a:pt x="9144" y="508"/>
                    <a:pt x="11049" y="2921"/>
                  </a:cubicBezTo>
                  <a:lnTo>
                    <a:pt x="143002" y="167640"/>
                  </a:lnTo>
                  <a:cubicBezTo>
                    <a:pt x="145034" y="170180"/>
                    <a:pt x="144653" y="173736"/>
                    <a:pt x="142113" y="175768"/>
                  </a:cubicBezTo>
                  <a:cubicBezTo>
                    <a:pt x="140970" y="176657"/>
                    <a:pt x="139700" y="177038"/>
                    <a:pt x="138430" y="1770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1725417" y="4943008"/>
            <a:ext cx="1102816" cy="299618"/>
            <a:chOff x="0" y="0"/>
            <a:chExt cx="1470421" cy="3994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72692" cy="401701"/>
            </a:xfrm>
            <a:custGeom>
              <a:avLst/>
              <a:gdLst/>
              <a:ahLst/>
              <a:cxnLst/>
              <a:rect r="r" b="b" t="t" l="l"/>
              <a:pathLst>
                <a:path h="401701" w="1472692">
                  <a:moveTo>
                    <a:pt x="1441450" y="399034"/>
                  </a:moveTo>
                  <a:lnTo>
                    <a:pt x="0" y="92456"/>
                  </a:lnTo>
                  <a:lnTo>
                    <a:pt x="19685" y="0"/>
                  </a:lnTo>
                  <a:lnTo>
                    <a:pt x="1452245" y="352171"/>
                  </a:lnTo>
                  <a:cubicBezTo>
                    <a:pt x="1464818" y="355219"/>
                    <a:pt x="1472692" y="367792"/>
                    <a:pt x="1470025" y="380492"/>
                  </a:cubicBezTo>
                  <a:cubicBezTo>
                    <a:pt x="1467231" y="393446"/>
                    <a:pt x="1454531" y="401701"/>
                    <a:pt x="1441577" y="398907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44" id="144"/>
          <p:cNvSpPr/>
          <p:nvPr/>
        </p:nvSpPr>
        <p:spPr>
          <a:xfrm flipH="false" flipV="false" rot="0">
            <a:off x="11721026" y="4938652"/>
            <a:ext cx="1111518" cy="308371"/>
          </a:xfrm>
          <a:custGeom>
            <a:avLst/>
            <a:gdLst/>
            <a:ahLst/>
            <a:cxnLst/>
            <a:rect r="r" b="b" t="t" l="l"/>
            <a:pathLst>
              <a:path h="308371" w="1111518">
                <a:moveTo>
                  <a:pt x="0" y="0"/>
                </a:moveTo>
                <a:lnTo>
                  <a:pt x="1111518" y="0"/>
                </a:lnTo>
                <a:lnTo>
                  <a:pt x="1111518" y="308371"/>
                </a:lnTo>
                <a:lnTo>
                  <a:pt x="0" y="308371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11106085" y="4132338"/>
            <a:ext cx="1099901" cy="952990"/>
            <a:chOff x="0" y="0"/>
            <a:chExt cx="1466534" cy="12706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-635" y="-6350"/>
              <a:ext cx="1467866" cy="1283335"/>
            </a:xfrm>
            <a:custGeom>
              <a:avLst/>
              <a:gdLst/>
              <a:ahLst/>
              <a:cxnLst/>
              <a:rect r="r" b="b" t="t" l="l"/>
              <a:pathLst>
                <a:path h="1283335" w="1467866">
                  <a:moveTo>
                    <a:pt x="1397889" y="1275715"/>
                  </a:moveTo>
                  <a:lnTo>
                    <a:pt x="61976" y="991489"/>
                  </a:lnTo>
                  <a:cubicBezTo>
                    <a:pt x="35560" y="985901"/>
                    <a:pt x="16383" y="963295"/>
                    <a:pt x="15875" y="937133"/>
                  </a:cubicBezTo>
                  <a:lnTo>
                    <a:pt x="635" y="62357"/>
                  </a:lnTo>
                  <a:cubicBezTo>
                    <a:pt x="0" y="26670"/>
                    <a:pt x="33782" y="0"/>
                    <a:pt x="69977" y="7747"/>
                  </a:cubicBezTo>
                  <a:lnTo>
                    <a:pt x="1405890" y="291846"/>
                  </a:lnTo>
                  <a:cubicBezTo>
                    <a:pt x="1432306" y="297434"/>
                    <a:pt x="1451483" y="320040"/>
                    <a:pt x="1451991" y="346202"/>
                  </a:cubicBezTo>
                  <a:lnTo>
                    <a:pt x="1467231" y="1220978"/>
                  </a:lnTo>
                  <a:cubicBezTo>
                    <a:pt x="1467866" y="1256665"/>
                    <a:pt x="1434084" y="1283335"/>
                    <a:pt x="1398016" y="127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11101786" y="4127972"/>
            <a:ext cx="1108584" cy="961727"/>
          </a:xfrm>
          <a:custGeom>
            <a:avLst/>
            <a:gdLst/>
            <a:ahLst/>
            <a:cxnLst/>
            <a:rect r="r" b="b" t="t" l="l"/>
            <a:pathLst>
              <a:path h="961727" w="1108584">
                <a:moveTo>
                  <a:pt x="0" y="0"/>
                </a:moveTo>
                <a:lnTo>
                  <a:pt x="1108584" y="0"/>
                </a:lnTo>
                <a:lnTo>
                  <a:pt x="1108584" y="961727"/>
                </a:lnTo>
                <a:lnTo>
                  <a:pt x="0" y="961727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072650" y="4126582"/>
            <a:ext cx="1095245" cy="978193"/>
            <a:chOff x="0" y="0"/>
            <a:chExt cx="1460326" cy="130425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-381" y="-6477"/>
              <a:ext cx="1461135" cy="1317244"/>
            </a:xfrm>
            <a:custGeom>
              <a:avLst/>
              <a:gdLst/>
              <a:ahLst/>
              <a:cxnLst/>
              <a:rect r="r" b="b" t="t" l="l"/>
              <a:pathLst>
                <a:path h="1317244" w="1461135">
                  <a:moveTo>
                    <a:pt x="1390904" y="1309497"/>
                  </a:moveTo>
                  <a:lnTo>
                    <a:pt x="54991" y="1025271"/>
                  </a:lnTo>
                  <a:cubicBezTo>
                    <a:pt x="28575" y="1019683"/>
                    <a:pt x="9525" y="996442"/>
                    <a:pt x="9271" y="969391"/>
                  </a:cubicBezTo>
                  <a:lnTo>
                    <a:pt x="381" y="64770"/>
                  </a:lnTo>
                  <a:cubicBezTo>
                    <a:pt x="0" y="27813"/>
                    <a:pt x="34036" y="0"/>
                    <a:pt x="70104" y="7747"/>
                  </a:cubicBezTo>
                  <a:lnTo>
                    <a:pt x="1406144" y="291973"/>
                  </a:lnTo>
                  <a:cubicBezTo>
                    <a:pt x="1432560" y="297561"/>
                    <a:pt x="1451610" y="320802"/>
                    <a:pt x="1451864" y="347853"/>
                  </a:cubicBezTo>
                  <a:lnTo>
                    <a:pt x="1460754" y="1252474"/>
                  </a:lnTo>
                  <a:cubicBezTo>
                    <a:pt x="1461135" y="1289431"/>
                    <a:pt x="1427099" y="1317244"/>
                    <a:pt x="1391031" y="13094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-5267400">
            <a:off x="11519264" y="4559912"/>
            <a:ext cx="113845" cy="75916"/>
            <a:chOff x="0" y="0"/>
            <a:chExt cx="151794" cy="10122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1892" cy="101346"/>
            </a:xfrm>
            <a:custGeom>
              <a:avLst/>
              <a:gdLst/>
              <a:ahLst/>
              <a:cxnLst/>
              <a:rect r="r" b="b" t="t" l="l"/>
              <a:pathLst>
                <a:path h="101346" w="151892">
                  <a:moveTo>
                    <a:pt x="151765" y="50673"/>
                  </a:moveTo>
                  <a:cubicBezTo>
                    <a:pt x="151765" y="78613"/>
                    <a:pt x="117729" y="101346"/>
                    <a:pt x="75819" y="101346"/>
                  </a:cubicBezTo>
                  <a:cubicBezTo>
                    <a:pt x="33909" y="101346"/>
                    <a:pt x="0" y="78613"/>
                    <a:pt x="0" y="50673"/>
                  </a:cubicBezTo>
                  <a:cubicBezTo>
                    <a:pt x="0" y="22733"/>
                    <a:pt x="34036" y="0"/>
                    <a:pt x="75946" y="0"/>
                  </a:cubicBezTo>
                  <a:cubicBezTo>
                    <a:pt x="117856" y="0"/>
                    <a:pt x="151892" y="22606"/>
                    <a:pt x="151892" y="506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40997" y="3768685"/>
            <a:ext cx="1528958" cy="1995173"/>
            <a:chOff x="0" y="0"/>
            <a:chExt cx="2038611" cy="266023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38604" cy="2660269"/>
            </a:xfrm>
            <a:custGeom>
              <a:avLst/>
              <a:gdLst/>
              <a:ahLst/>
              <a:cxnLst/>
              <a:rect r="r" b="b" t="t" l="l"/>
              <a:pathLst>
                <a:path h="2660269" w="2038604">
                  <a:moveTo>
                    <a:pt x="2038604" y="484886"/>
                  </a:moveTo>
                  <a:lnTo>
                    <a:pt x="1510792" y="94361"/>
                  </a:lnTo>
                  <a:cubicBezTo>
                    <a:pt x="1368933" y="168275"/>
                    <a:pt x="1252093" y="153289"/>
                    <a:pt x="1182116" y="136906"/>
                  </a:cubicBezTo>
                  <a:cubicBezTo>
                    <a:pt x="1055116" y="107315"/>
                    <a:pt x="1053338" y="0"/>
                    <a:pt x="1053338" y="0"/>
                  </a:cubicBezTo>
                  <a:lnTo>
                    <a:pt x="510794" y="36195"/>
                  </a:lnTo>
                  <a:cubicBezTo>
                    <a:pt x="510794" y="36195"/>
                    <a:pt x="420878" y="649986"/>
                    <a:pt x="362966" y="862457"/>
                  </a:cubicBezTo>
                  <a:lnTo>
                    <a:pt x="0" y="1856740"/>
                  </a:lnTo>
                  <a:lnTo>
                    <a:pt x="347853" y="2327529"/>
                  </a:lnTo>
                  <a:lnTo>
                    <a:pt x="498221" y="2103120"/>
                  </a:lnTo>
                  <a:lnTo>
                    <a:pt x="441960" y="2394458"/>
                  </a:lnTo>
                  <a:lnTo>
                    <a:pt x="1377569" y="2660269"/>
                  </a:lnTo>
                  <a:lnTo>
                    <a:pt x="1773809" y="913257"/>
                  </a:lnTo>
                  <a:cubicBezTo>
                    <a:pt x="1699895" y="573405"/>
                    <a:pt x="2038604" y="484886"/>
                    <a:pt x="2038604" y="4848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2255116" y="3764317"/>
            <a:ext cx="1264211" cy="1754425"/>
          </a:xfrm>
          <a:custGeom>
            <a:avLst/>
            <a:gdLst/>
            <a:ahLst/>
            <a:cxnLst/>
            <a:rect r="r" b="b" t="t" l="l"/>
            <a:pathLst>
              <a:path h="1754425" w="1264211">
                <a:moveTo>
                  <a:pt x="0" y="0"/>
                </a:moveTo>
                <a:lnTo>
                  <a:pt x="1264211" y="0"/>
                </a:lnTo>
                <a:lnTo>
                  <a:pt x="1264211" y="1754425"/>
                </a:lnTo>
                <a:lnTo>
                  <a:pt x="0" y="1754425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2668135" y="5095664"/>
            <a:ext cx="860971" cy="672551"/>
            <a:chOff x="0" y="0"/>
            <a:chExt cx="1147962" cy="89673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-508" y="-508"/>
              <a:ext cx="1149096" cy="897255"/>
            </a:xfrm>
            <a:custGeom>
              <a:avLst/>
              <a:gdLst/>
              <a:ahLst/>
              <a:cxnLst/>
              <a:rect r="r" b="b" t="t" l="l"/>
              <a:pathLst>
                <a:path h="897255" w="1149096">
                  <a:moveTo>
                    <a:pt x="941832" y="897255"/>
                  </a:moveTo>
                  <a:cubicBezTo>
                    <a:pt x="941324" y="897255"/>
                    <a:pt x="940689" y="897128"/>
                    <a:pt x="940181" y="897001"/>
                  </a:cubicBezTo>
                  <a:lnTo>
                    <a:pt x="4699" y="631317"/>
                  </a:lnTo>
                  <a:cubicBezTo>
                    <a:pt x="1778" y="630555"/>
                    <a:pt x="0" y="627634"/>
                    <a:pt x="635" y="624586"/>
                  </a:cubicBezTo>
                  <a:lnTo>
                    <a:pt x="56896" y="333121"/>
                  </a:lnTo>
                  <a:cubicBezTo>
                    <a:pt x="57531" y="329946"/>
                    <a:pt x="60579" y="327914"/>
                    <a:pt x="63754" y="328549"/>
                  </a:cubicBezTo>
                  <a:cubicBezTo>
                    <a:pt x="66929" y="329184"/>
                    <a:pt x="68961" y="332232"/>
                    <a:pt x="68326" y="335407"/>
                  </a:cubicBezTo>
                  <a:lnTo>
                    <a:pt x="13081" y="621538"/>
                  </a:lnTo>
                  <a:lnTo>
                    <a:pt x="937641" y="884174"/>
                  </a:lnTo>
                  <a:lnTo>
                    <a:pt x="1137031" y="5080"/>
                  </a:lnTo>
                  <a:cubicBezTo>
                    <a:pt x="1137666" y="1905"/>
                    <a:pt x="1140841" y="0"/>
                    <a:pt x="1144016" y="762"/>
                  </a:cubicBezTo>
                  <a:cubicBezTo>
                    <a:pt x="1147191" y="1524"/>
                    <a:pt x="1149096" y="4572"/>
                    <a:pt x="1148334" y="7747"/>
                  </a:cubicBezTo>
                  <a:lnTo>
                    <a:pt x="947547" y="892683"/>
                  </a:lnTo>
                  <a:cubicBezTo>
                    <a:pt x="947166" y="894207"/>
                    <a:pt x="946277" y="895604"/>
                    <a:pt x="944880" y="896366"/>
                  </a:cubicBezTo>
                  <a:cubicBezTo>
                    <a:pt x="943991" y="896874"/>
                    <a:pt x="942975" y="897128"/>
                    <a:pt x="941959" y="8971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3298639" y="4099852"/>
            <a:ext cx="640540" cy="1301875"/>
            <a:chOff x="0" y="0"/>
            <a:chExt cx="854053" cy="17358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-21844" y="-17399"/>
              <a:ext cx="912368" cy="1786509"/>
            </a:xfrm>
            <a:custGeom>
              <a:avLst/>
              <a:gdLst/>
              <a:ahLst/>
              <a:cxnLst/>
              <a:rect r="r" b="b" t="t" l="l"/>
              <a:pathLst>
                <a:path h="1786509" w="912368">
                  <a:moveTo>
                    <a:pt x="859028" y="422910"/>
                  </a:moveTo>
                  <a:lnTo>
                    <a:pt x="550545" y="1532890"/>
                  </a:lnTo>
                  <a:cubicBezTo>
                    <a:pt x="501396" y="1693799"/>
                    <a:pt x="333248" y="1786509"/>
                    <a:pt x="170815" y="1742186"/>
                  </a:cubicBezTo>
                  <a:cubicBezTo>
                    <a:pt x="1270" y="1695831"/>
                    <a:pt x="0" y="1530985"/>
                    <a:pt x="51689" y="1362837"/>
                  </a:cubicBezTo>
                  <a:lnTo>
                    <a:pt x="380873" y="163195"/>
                  </a:lnTo>
                  <a:cubicBezTo>
                    <a:pt x="427990" y="10287"/>
                    <a:pt x="501650" y="0"/>
                    <a:pt x="658368" y="32385"/>
                  </a:cubicBezTo>
                  <a:cubicBezTo>
                    <a:pt x="837438" y="69342"/>
                    <a:pt x="912368" y="248158"/>
                    <a:pt x="858901" y="423037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976170" y="4759650"/>
            <a:ext cx="524094" cy="340420"/>
            <a:chOff x="0" y="0"/>
            <a:chExt cx="698792" cy="45389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-762" y="-39370"/>
              <a:ext cx="699516" cy="493268"/>
            </a:xfrm>
            <a:custGeom>
              <a:avLst/>
              <a:gdLst/>
              <a:ahLst/>
              <a:cxnLst/>
              <a:rect r="r" b="b" t="t" l="l"/>
              <a:pathLst>
                <a:path h="493268" w="699516">
                  <a:moveTo>
                    <a:pt x="699516" y="306705"/>
                  </a:moveTo>
                  <a:cubicBezTo>
                    <a:pt x="699516" y="306705"/>
                    <a:pt x="388493" y="118364"/>
                    <a:pt x="297180" y="55753"/>
                  </a:cubicBezTo>
                  <a:cubicBezTo>
                    <a:pt x="216154" y="0"/>
                    <a:pt x="91059" y="101473"/>
                    <a:pt x="25654" y="143637"/>
                  </a:cubicBezTo>
                  <a:cubicBezTo>
                    <a:pt x="11303" y="152908"/>
                    <a:pt x="1905" y="168275"/>
                    <a:pt x="762" y="185293"/>
                  </a:cubicBezTo>
                  <a:cubicBezTo>
                    <a:pt x="0" y="197866"/>
                    <a:pt x="11684" y="206629"/>
                    <a:pt x="28067" y="216408"/>
                  </a:cubicBezTo>
                  <a:cubicBezTo>
                    <a:pt x="50038" y="229362"/>
                    <a:pt x="205232" y="163068"/>
                    <a:pt x="240284" y="179451"/>
                  </a:cubicBezTo>
                  <a:cubicBezTo>
                    <a:pt x="264795" y="191008"/>
                    <a:pt x="597662" y="493268"/>
                    <a:pt x="597662" y="493268"/>
                  </a:cubicBezTo>
                  <a:lnTo>
                    <a:pt x="699516" y="30670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981081" y="4834921"/>
            <a:ext cx="518429" cy="346786"/>
            <a:chOff x="0" y="0"/>
            <a:chExt cx="691238" cy="4623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-5080" y="-37973"/>
              <a:ext cx="696341" cy="500380"/>
            </a:xfrm>
            <a:custGeom>
              <a:avLst/>
              <a:gdLst/>
              <a:ahLst/>
              <a:cxnLst/>
              <a:rect r="r" b="b" t="t" l="l"/>
              <a:pathLst>
                <a:path h="500380" w="696341">
                  <a:moveTo>
                    <a:pt x="696341" y="332232"/>
                  </a:moveTo>
                  <a:cubicBezTo>
                    <a:pt x="696341" y="332232"/>
                    <a:pt x="412623" y="125476"/>
                    <a:pt x="321310" y="62738"/>
                  </a:cubicBezTo>
                  <a:cubicBezTo>
                    <a:pt x="229997" y="0"/>
                    <a:pt x="92075" y="72390"/>
                    <a:pt x="50673" y="102870"/>
                  </a:cubicBezTo>
                  <a:cubicBezTo>
                    <a:pt x="2540" y="131191"/>
                    <a:pt x="0" y="161798"/>
                    <a:pt x="9398" y="176784"/>
                  </a:cubicBezTo>
                  <a:cubicBezTo>
                    <a:pt x="21463" y="195961"/>
                    <a:pt x="48006" y="192786"/>
                    <a:pt x="77216" y="183388"/>
                  </a:cubicBezTo>
                  <a:cubicBezTo>
                    <a:pt x="167894" y="154178"/>
                    <a:pt x="238125" y="149225"/>
                    <a:pt x="270129" y="164211"/>
                  </a:cubicBezTo>
                  <a:cubicBezTo>
                    <a:pt x="294640" y="175768"/>
                    <a:pt x="621665" y="500380"/>
                    <a:pt x="621665" y="500380"/>
                  </a:cubicBezTo>
                  <a:lnTo>
                    <a:pt x="696341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012574" y="4892651"/>
            <a:ext cx="541099" cy="290479"/>
            <a:chOff x="0" y="0"/>
            <a:chExt cx="721466" cy="38730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21844" y="-39116"/>
              <a:ext cx="743458" cy="426466"/>
            </a:xfrm>
            <a:custGeom>
              <a:avLst/>
              <a:gdLst/>
              <a:ahLst/>
              <a:cxnLst/>
              <a:rect r="r" b="b" t="t" l="l"/>
              <a:pathLst>
                <a:path h="426466" w="743458">
                  <a:moveTo>
                    <a:pt x="743331" y="332232"/>
                  </a:moveTo>
                  <a:cubicBezTo>
                    <a:pt x="743331" y="332232"/>
                    <a:pt x="459613" y="125476"/>
                    <a:pt x="368300" y="62738"/>
                  </a:cubicBezTo>
                  <a:cubicBezTo>
                    <a:pt x="276987" y="0"/>
                    <a:pt x="98298" y="79502"/>
                    <a:pt x="57785" y="104394"/>
                  </a:cubicBezTo>
                  <a:cubicBezTo>
                    <a:pt x="0" y="133731"/>
                    <a:pt x="24003" y="164846"/>
                    <a:pt x="46482" y="172085"/>
                  </a:cubicBezTo>
                  <a:cubicBezTo>
                    <a:pt x="68453" y="185166"/>
                    <a:pt x="237236" y="124587"/>
                    <a:pt x="272288" y="141097"/>
                  </a:cubicBezTo>
                  <a:cubicBezTo>
                    <a:pt x="296799" y="152654"/>
                    <a:pt x="654304" y="426466"/>
                    <a:pt x="654304" y="426466"/>
                  </a:cubicBezTo>
                  <a:lnTo>
                    <a:pt x="743458" y="332232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35027" y="4965143"/>
            <a:ext cx="505285" cy="238289"/>
            <a:chOff x="0" y="0"/>
            <a:chExt cx="673714" cy="31771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-5588" y="-28321"/>
              <a:ext cx="679323" cy="386207"/>
            </a:xfrm>
            <a:custGeom>
              <a:avLst/>
              <a:gdLst/>
              <a:ahLst/>
              <a:cxnLst/>
              <a:rect r="r" b="b" t="t" l="l"/>
              <a:pathLst>
                <a:path h="386207" w="679323">
                  <a:moveTo>
                    <a:pt x="679323" y="304419"/>
                  </a:moveTo>
                  <a:cubicBezTo>
                    <a:pt x="679323" y="304419"/>
                    <a:pt x="412623" y="115316"/>
                    <a:pt x="327025" y="57658"/>
                  </a:cubicBezTo>
                  <a:cubicBezTo>
                    <a:pt x="241427" y="0"/>
                    <a:pt x="16383" y="38481"/>
                    <a:pt x="6604" y="77343"/>
                  </a:cubicBezTo>
                  <a:cubicBezTo>
                    <a:pt x="0" y="118618"/>
                    <a:pt x="27051" y="117348"/>
                    <a:pt x="45339" y="121285"/>
                  </a:cubicBezTo>
                  <a:cubicBezTo>
                    <a:pt x="75946" y="127000"/>
                    <a:pt x="180594" y="122047"/>
                    <a:pt x="230886" y="149987"/>
                  </a:cubicBezTo>
                  <a:cubicBezTo>
                    <a:pt x="237617" y="153797"/>
                    <a:pt x="302133" y="264795"/>
                    <a:pt x="393319" y="320675"/>
                  </a:cubicBezTo>
                  <a:cubicBezTo>
                    <a:pt x="500380" y="386207"/>
                    <a:pt x="679196" y="304546"/>
                    <a:pt x="679196" y="30454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sp>
        <p:nvSpPr>
          <p:cNvPr name="Freeform 167" id="167"/>
          <p:cNvSpPr/>
          <p:nvPr/>
        </p:nvSpPr>
        <p:spPr>
          <a:xfrm flipH="false" flipV="false" rot="0">
            <a:off x="11996468" y="4816349"/>
            <a:ext cx="292040" cy="194821"/>
          </a:xfrm>
          <a:custGeom>
            <a:avLst/>
            <a:gdLst/>
            <a:ahLst/>
            <a:cxnLst/>
            <a:rect r="r" b="b" t="t" l="l"/>
            <a:pathLst>
              <a:path h="194821" w="292040">
                <a:moveTo>
                  <a:pt x="0" y="0"/>
                </a:moveTo>
                <a:lnTo>
                  <a:pt x="292041" y="0"/>
                </a:lnTo>
                <a:lnTo>
                  <a:pt x="292041" y="194821"/>
                </a:lnTo>
                <a:lnTo>
                  <a:pt x="0" y="194821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2374074" y="4935197"/>
            <a:ext cx="1095418" cy="469468"/>
            <a:chOff x="0" y="0"/>
            <a:chExt cx="1460557" cy="62595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-20574" y="0"/>
              <a:ext cx="1481074" cy="625983"/>
            </a:xfrm>
            <a:custGeom>
              <a:avLst/>
              <a:gdLst/>
              <a:ahLst/>
              <a:cxnLst/>
              <a:rect r="r" b="b" t="t" l="l"/>
              <a:pathLst>
                <a:path h="625983" w="1481074">
                  <a:moveTo>
                    <a:pt x="1379347" y="94615"/>
                  </a:moveTo>
                  <a:lnTo>
                    <a:pt x="135255" y="0"/>
                  </a:lnTo>
                  <a:cubicBezTo>
                    <a:pt x="135255" y="0"/>
                    <a:pt x="0" y="345313"/>
                    <a:pt x="23241" y="351028"/>
                  </a:cubicBezTo>
                  <a:cubicBezTo>
                    <a:pt x="46482" y="356743"/>
                    <a:pt x="1481074" y="625983"/>
                    <a:pt x="1481074" y="625983"/>
                  </a:cubicBezTo>
                  <a:lnTo>
                    <a:pt x="1379347" y="94615"/>
                  </a:ln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145775" y="4755163"/>
            <a:ext cx="380250" cy="217004"/>
            <a:chOff x="0" y="0"/>
            <a:chExt cx="507000" cy="28933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635" y="-6223"/>
              <a:ext cx="508508" cy="295529"/>
            </a:xfrm>
            <a:custGeom>
              <a:avLst/>
              <a:gdLst/>
              <a:ahLst/>
              <a:cxnLst/>
              <a:rect r="r" b="b" t="t" l="l"/>
              <a:pathLst>
                <a:path h="295529" w="508508">
                  <a:moveTo>
                    <a:pt x="501777" y="295529"/>
                  </a:moveTo>
                  <a:cubicBezTo>
                    <a:pt x="500761" y="295529"/>
                    <a:pt x="499745" y="295275"/>
                    <a:pt x="498856" y="294767"/>
                  </a:cubicBezTo>
                  <a:cubicBezTo>
                    <a:pt x="495300" y="292608"/>
                    <a:pt x="141605" y="81534"/>
                    <a:pt x="86995" y="46228"/>
                  </a:cubicBezTo>
                  <a:cubicBezTo>
                    <a:pt x="35433" y="12954"/>
                    <a:pt x="8001" y="18161"/>
                    <a:pt x="7747" y="18161"/>
                  </a:cubicBezTo>
                  <a:cubicBezTo>
                    <a:pt x="4699" y="18923"/>
                    <a:pt x="1524" y="17018"/>
                    <a:pt x="762" y="13843"/>
                  </a:cubicBezTo>
                  <a:cubicBezTo>
                    <a:pt x="0" y="10668"/>
                    <a:pt x="2032" y="7620"/>
                    <a:pt x="5080" y="6858"/>
                  </a:cubicBezTo>
                  <a:cubicBezTo>
                    <a:pt x="6350" y="6604"/>
                    <a:pt x="36703" y="0"/>
                    <a:pt x="93345" y="36449"/>
                  </a:cubicBezTo>
                  <a:cubicBezTo>
                    <a:pt x="147701" y="71628"/>
                    <a:pt x="501269" y="282575"/>
                    <a:pt x="504825" y="284734"/>
                  </a:cubicBezTo>
                  <a:cubicBezTo>
                    <a:pt x="507619" y="286385"/>
                    <a:pt x="508508" y="289941"/>
                    <a:pt x="506857" y="292735"/>
                  </a:cubicBezTo>
                  <a:cubicBezTo>
                    <a:pt x="505714" y="294513"/>
                    <a:pt x="503809" y="295529"/>
                    <a:pt x="501904" y="2955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199675" y="5052001"/>
            <a:ext cx="267492" cy="158718"/>
            <a:chOff x="0" y="0"/>
            <a:chExt cx="356656" cy="21162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-762" y="-635"/>
              <a:ext cx="358013" cy="212217"/>
            </a:xfrm>
            <a:custGeom>
              <a:avLst/>
              <a:gdLst/>
              <a:ahLst/>
              <a:cxnLst/>
              <a:rect r="r" b="b" t="t" l="l"/>
              <a:pathLst>
                <a:path h="212217" w="358013">
                  <a:moveTo>
                    <a:pt x="277368" y="212217"/>
                  </a:moveTo>
                  <a:cubicBezTo>
                    <a:pt x="252349" y="212217"/>
                    <a:pt x="226949" y="206756"/>
                    <a:pt x="191262" y="194437"/>
                  </a:cubicBezTo>
                  <a:cubicBezTo>
                    <a:pt x="116713" y="168910"/>
                    <a:pt x="6477" y="16383"/>
                    <a:pt x="1905" y="9779"/>
                  </a:cubicBezTo>
                  <a:cubicBezTo>
                    <a:pt x="0" y="7239"/>
                    <a:pt x="508" y="3556"/>
                    <a:pt x="3175" y="1778"/>
                  </a:cubicBezTo>
                  <a:cubicBezTo>
                    <a:pt x="5842" y="0"/>
                    <a:pt x="9398" y="508"/>
                    <a:pt x="11303" y="3048"/>
                  </a:cubicBezTo>
                  <a:cubicBezTo>
                    <a:pt x="12319" y="4572"/>
                    <a:pt x="123952" y="159004"/>
                    <a:pt x="194945" y="183515"/>
                  </a:cubicBezTo>
                  <a:cubicBezTo>
                    <a:pt x="264668" y="207518"/>
                    <a:pt x="292735" y="203835"/>
                    <a:pt x="350012" y="188214"/>
                  </a:cubicBezTo>
                  <a:cubicBezTo>
                    <a:pt x="353060" y="187325"/>
                    <a:pt x="356235" y="189230"/>
                    <a:pt x="357124" y="192278"/>
                  </a:cubicBezTo>
                  <a:cubicBezTo>
                    <a:pt x="358013" y="195326"/>
                    <a:pt x="356108" y="198501"/>
                    <a:pt x="353060" y="199390"/>
                  </a:cubicBezTo>
                  <a:cubicBezTo>
                    <a:pt x="322961" y="207645"/>
                    <a:pt x="300228" y="212217"/>
                    <a:pt x="277241" y="21221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232615" y="4069075"/>
            <a:ext cx="733565" cy="1333390"/>
            <a:chOff x="0" y="0"/>
            <a:chExt cx="978086" cy="177785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-36957" y="-27051"/>
              <a:ext cx="1057275" cy="1839849"/>
            </a:xfrm>
            <a:custGeom>
              <a:avLst/>
              <a:gdLst/>
              <a:ahLst/>
              <a:cxnLst/>
              <a:rect r="r" b="b" t="t" l="l"/>
              <a:pathLst>
                <a:path h="1839849" w="1057275">
                  <a:moveTo>
                    <a:pt x="274066" y="1792859"/>
                  </a:moveTo>
                  <a:cubicBezTo>
                    <a:pt x="442341" y="1839849"/>
                    <a:pt x="617601" y="1745234"/>
                    <a:pt x="670560" y="1578737"/>
                  </a:cubicBezTo>
                  <a:lnTo>
                    <a:pt x="999109" y="479933"/>
                  </a:lnTo>
                  <a:cubicBezTo>
                    <a:pt x="1057275" y="295910"/>
                    <a:pt x="950849" y="100584"/>
                    <a:pt x="764794" y="49530"/>
                  </a:cubicBezTo>
                  <a:cubicBezTo>
                    <a:pt x="584200" y="0"/>
                    <a:pt x="479425" y="24003"/>
                    <a:pt x="429260" y="204470"/>
                  </a:cubicBezTo>
                  <a:lnTo>
                    <a:pt x="49530" y="1391158"/>
                  </a:lnTo>
                  <a:cubicBezTo>
                    <a:pt x="0" y="1564132"/>
                    <a:pt x="100838" y="1744345"/>
                    <a:pt x="274066" y="17927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539966" y="4935197"/>
            <a:ext cx="902952" cy="464472"/>
            <a:chOff x="0" y="0"/>
            <a:chExt cx="1203936" cy="6192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03960" cy="619379"/>
            </a:xfrm>
            <a:custGeom>
              <a:avLst/>
              <a:gdLst/>
              <a:ahLst/>
              <a:cxnLst/>
              <a:rect r="r" b="b" t="t" l="l"/>
              <a:pathLst>
                <a:path h="619379" w="1203960">
                  <a:moveTo>
                    <a:pt x="1054862" y="69469"/>
                  </a:moveTo>
                  <a:lnTo>
                    <a:pt x="63754" y="0"/>
                  </a:lnTo>
                  <a:lnTo>
                    <a:pt x="0" y="403479"/>
                  </a:lnTo>
                  <a:lnTo>
                    <a:pt x="1203960" y="619379"/>
                  </a:lnTo>
                  <a:lnTo>
                    <a:pt x="1054862" y="694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32276" y="4929823"/>
            <a:ext cx="155464" cy="307934"/>
            <a:chOff x="0" y="0"/>
            <a:chExt cx="207285" cy="410579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7264" cy="410591"/>
            </a:xfrm>
            <a:custGeom>
              <a:avLst/>
              <a:gdLst/>
              <a:ahLst/>
              <a:cxnLst/>
              <a:rect r="r" b="b" t="t" l="l"/>
              <a:pathLst>
                <a:path h="410591" w="207264">
                  <a:moveTo>
                    <a:pt x="207264" y="7112"/>
                  </a:moveTo>
                  <a:lnTo>
                    <a:pt x="75057" y="0"/>
                  </a:lnTo>
                  <a:lnTo>
                    <a:pt x="0" y="380111"/>
                  </a:lnTo>
                  <a:lnTo>
                    <a:pt x="143637" y="410591"/>
                  </a:lnTo>
                  <a:lnTo>
                    <a:pt x="207264" y="7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36165" y="4930814"/>
            <a:ext cx="55956" cy="307698"/>
            <a:chOff x="0" y="0"/>
            <a:chExt cx="74608" cy="41026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-381" y="-381"/>
              <a:ext cx="75311" cy="410718"/>
            </a:xfrm>
            <a:custGeom>
              <a:avLst/>
              <a:gdLst/>
              <a:ahLst/>
              <a:cxnLst/>
              <a:rect r="r" b="b" t="t" l="l"/>
              <a:pathLst>
                <a:path h="410718" w="75311">
                  <a:moveTo>
                    <a:pt x="6223" y="410591"/>
                  </a:moveTo>
                  <a:cubicBezTo>
                    <a:pt x="5969" y="410591"/>
                    <a:pt x="5588" y="410591"/>
                    <a:pt x="5334" y="410464"/>
                  </a:cubicBezTo>
                  <a:cubicBezTo>
                    <a:pt x="2159" y="409956"/>
                    <a:pt x="0" y="407035"/>
                    <a:pt x="508" y="403860"/>
                  </a:cubicBezTo>
                  <a:lnTo>
                    <a:pt x="63373" y="5334"/>
                  </a:lnTo>
                  <a:cubicBezTo>
                    <a:pt x="63881" y="2159"/>
                    <a:pt x="66802" y="0"/>
                    <a:pt x="69977" y="508"/>
                  </a:cubicBezTo>
                  <a:cubicBezTo>
                    <a:pt x="73152" y="1016"/>
                    <a:pt x="75311" y="3937"/>
                    <a:pt x="74803" y="7112"/>
                  </a:cubicBezTo>
                  <a:lnTo>
                    <a:pt x="11938" y="405765"/>
                  </a:lnTo>
                  <a:cubicBezTo>
                    <a:pt x="11430" y="408686"/>
                    <a:pt x="9017" y="410718"/>
                    <a:pt x="6223" y="410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2" id="182"/>
          <p:cNvSpPr/>
          <p:nvPr/>
        </p:nvSpPr>
        <p:spPr>
          <a:xfrm flipH="false" flipV="false" rot="0">
            <a:off x="12476827" y="4108433"/>
            <a:ext cx="629682" cy="1102694"/>
          </a:xfrm>
          <a:custGeom>
            <a:avLst/>
            <a:gdLst/>
            <a:ahLst/>
            <a:cxnLst/>
            <a:rect r="r" b="b" t="t" l="l"/>
            <a:pathLst>
              <a:path h="1102694" w="629682">
                <a:moveTo>
                  <a:pt x="0" y="0"/>
                </a:moveTo>
                <a:lnTo>
                  <a:pt x="629682" y="0"/>
                </a:lnTo>
                <a:lnTo>
                  <a:pt x="629682" y="1102694"/>
                </a:lnTo>
                <a:lnTo>
                  <a:pt x="0" y="110269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427919" y="3835105"/>
            <a:ext cx="1541465" cy="1575570"/>
          </a:xfrm>
          <a:custGeom>
            <a:avLst/>
            <a:gdLst/>
            <a:ahLst/>
            <a:cxnLst/>
            <a:rect r="r" b="b" t="t" l="l"/>
            <a:pathLst>
              <a:path h="1575570" w="1541465">
                <a:moveTo>
                  <a:pt x="0" y="0"/>
                </a:moveTo>
                <a:lnTo>
                  <a:pt x="1541465" y="0"/>
                </a:lnTo>
                <a:lnTo>
                  <a:pt x="1541465" y="1575570"/>
                </a:lnTo>
                <a:lnTo>
                  <a:pt x="0" y="157557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3257391" y="4426458"/>
            <a:ext cx="200372" cy="565225"/>
            <a:chOff x="0" y="0"/>
            <a:chExt cx="267163" cy="753634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-762" y="-762"/>
              <a:ext cx="268732" cy="754380"/>
            </a:xfrm>
            <a:custGeom>
              <a:avLst/>
              <a:gdLst/>
              <a:ahLst/>
              <a:cxnLst/>
              <a:rect r="r" b="b" t="t" l="l"/>
              <a:pathLst>
                <a:path h="754380" w="268732">
                  <a:moveTo>
                    <a:pt x="6604" y="754380"/>
                  </a:moveTo>
                  <a:cubicBezTo>
                    <a:pt x="5969" y="754380"/>
                    <a:pt x="5334" y="754253"/>
                    <a:pt x="4699" y="754126"/>
                  </a:cubicBezTo>
                  <a:cubicBezTo>
                    <a:pt x="1651" y="753110"/>
                    <a:pt x="0" y="749808"/>
                    <a:pt x="1143" y="746760"/>
                  </a:cubicBezTo>
                  <a:lnTo>
                    <a:pt x="256667" y="4699"/>
                  </a:lnTo>
                  <a:cubicBezTo>
                    <a:pt x="257683" y="1651"/>
                    <a:pt x="260985" y="0"/>
                    <a:pt x="264033" y="1143"/>
                  </a:cubicBezTo>
                  <a:cubicBezTo>
                    <a:pt x="267081" y="2286"/>
                    <a:pt x="268732" y="5461"/>
                    <a:pt x="267589" y="8509"/>
                  </a:cubicBezTo>
                  <a:lnTo>
                    <a:pt x="12065" y="750443"/>
                  </a:lnTo>
                  <a:cubicBezTo>
                    <a:pt x="11303" y="752856"/>
                    <a:pt x="9017" y="754380"/>
                    <a:pt x="6604" y="7543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6" id="186"/>
          <p:cNvSpPr/>
          <p:nvPr/>
        </p:nvSpPr>
        <p:spPr>
          <a:xfrm flipH="false" flipV="false" rot="0">
            <a:off x="14503272" y="3766673"/>
            <a:ext cx="145461" cy="145461"/>
          </a:xfrm>
          <a:custGeom>
            <a:avLst/>
            <a:gdLst/>
            <a:ahLst/>
            <a:cxnLst/>
            <a:rect r="r" b="b" t="t" l="l"/>
            <a:pathLst>
              <a:path h="145461" w="145461">
                <a:moveTo>
                  <a:pt x="0" y="0"/>
                </a:moveTo>
                <a:lnTo>
                  <a:pt x="145461" y="0"/>
                </a:lnTo>
                <a:lnTo>
                  <a:pt x="145461" y="145461"/>
                </a:lnTo>
                <a:lnTo>
                  <a:pt x="0" y="145461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14483322" y="4280657"/>
            <a:ext cx="610460" cy="389497"/>
          </a:xfrm>
          <a:custGeom>
            <a:avLst/>
            <a:gdLst/>
            <a:ahLst/>
            <a:cxnLst/>
            <a:rect r="r" b="b" t="t" l="l"/>
            <a:pathLst>
              <a:path h="389497" w="610460">
                <a:moveTo>
                  <a:pt x="0" y="0"/>
                </a:moveTo>
                <a:lnTo>
                  <a:pt x="610460" y="0"/>
                </a:lnTo>
                <a:lnTo>
                  <a:pt x="610460" y="389497"/>
                </a:lnTo>
                <a:lnTo>
                  <a:pt x="0" y="38949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1224569" y="2562224"/>
            <a:ext cx="832942" cy="832942"/>
          </a:xfrm>
          <a:custGeom>
            <a:avLst/>
            <a:gdLst/>
            <a:ahLst/>
            <a:cxnLst/>
            <a:rect r="r" b="b" t="t" l="l"/>
            <a:pathLst>
              <a:path h="832942" w="832942">
                <a:moveTo>
                  <a:pt x="0" y="0"/>
                </a:moveTo>
                <a:lnTo>
                  <a:pt x="832942" y="0"/>
                </a:lnTo>
                <a:lnTo>
                  <a:pt x="832942" y="832941"/>
                </a:lnTo>
                <a:lnTo>
                  <a:pt x="0" y="832941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-4132802">
            <a:off x="10366775" y="4155732"/>
            <a:ext cx="235072" cy="235072"/>
            <a:chOff x="0" y="0"/>
            <a:chExt cx="313429" cy="31342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13436" cy="313563"/>
            </a:xfrm>
            <a:custGeom>
              <a:avLst/>
              <a:gdLst/>
              <a:ahLst/>
              <a:cxnLst/>
              <a:rect r="r" b="b" t="t" l="l"/>
              <a:pathLst>
                <a:path h="313563" w="313436">
                  <a:moveTo>
                    <a:pt x="313436" y="126365"/>
                  </a:moveTo>
                  <a:lnTo>
                    <a:pt x="313436" y="187071"/>
                  </a:lnTo>
                  <a:lnTo>
                    <a:pt x="187071" y="187071"/>
                  </a:lnTo>
                  <a:lnTo>
                    <a:pt x="187071" y="313563"/>
                  </a:lnTo>
                  <a:lnTo>
                    <a:pt x="126365" y="313563"/>
                  </a:lnTo>
                  <a:lnTo>
                    <a:pt x="126365" y="186944"/>
                  </a:lnTo>
                  <a:lnTo>
                    <a:pt x="0" y="186944"/>
                  </a:lnTo>
                  <a:lnTo>
                    <a:pt x="0" y="126365"/>
                  </a:lnTo>
                  <a:lnTo>
                    <a:pt x="126365" y="126365"/>
                  </a:lnTo>
                  <a:lnTo>
                    <a:pt x="126365" y="0"/>
                  </a:lnTo>
                  <a:lnTo>
                    <a:pt x="187071" y="0"/>
                  </a:lnTo>
                  <a:lnTo>
                    <a:pt x="187071" y="1263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90299" y="2836409"/>
            <a:ext cx="501542" cy="289328"/>
            <a:chOff x="0" y="0"/>
            <a:chExt cx="668723" cy="38577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8782" cy="385826"/>
            </a:xfrm>
            <a:custGeom>
              <a:avLst/>
              <a:gdLst/>
              <a:ahLst/>
              <a:cxnLst/>
              <a:rect r="r" b="b" t="t" l="l"/>
              <a:pathLst>
                <a:path h="385826" w="668782">
                  <a:moveTo>
                    <a:pt x="0" y="0"/>
                  </a:moveTo>
                  <a:lnTo>
                    <a:pt x="668782" y="0"/>
                  </a:lnTo>
                  <a:lnTo>
                    <a:pt x="668782" y="385826"/>
                  </a:lnTo>
                  <a:lnTo>
                    <a:pt x="0" y="38582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385511" y="2831653"/>
            <a:ext cx="511056" cy="154194"/>
            <a:chOff x="0" y="0"/>
            <a:chExt cx="681408" cy="205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-889" y="-889"/>
              <a:ext cx="683260" cy="206502"/>
            </a:xfrm>
            <a:custGeom>
              <a:avLst/>
              <a:gdLst/>
              <a:ahLst/>
              <a:cxnLst/>
              <a:rect r="r" b="b" t="t" l="l"/>
              <a:pathLst>
                <a:path h="206502" w="683260">
                  <a:moveTo>
                    <a:pt x="341630" y="206502"/>
                  </a:moveTo>
                  <a:cubicBezTo>
                    <a:pt x="340487" y="206502"/>
                    <a:pt x="339471" y="206248"/>
                    <a:pt x="338455" y="205613"/>
                  </a:cubicBezTo>
                  <a:cubicBezTo>
                    <a:pt x="335407" y="203835"/>
                    <a:pt x="33274" y="30480"/>
                    <a:pt x="3937" y="12700"/>
                  </a:cubicBezTo>
                  <a:cubicBezTo>
                    <a:pt x="889" y="10795"/>
                    <a:pt x="0" y="6985"/>
                    <a:pt x="1778" y="3937"/>
                  </a:cubicBezTo>
                  <a:cubicBezTo>
                    <a:pt x="3556" y="889"/>
                    <a:pt x="7493" y="0"/>
                    <a:pt x="10541" y="1778"/>
                  </a:cubicBezTo>
                  <a:cubicBezTo>
                    <a:pt x="38100" y="18669"/>
                    <a:pt x="308991" y="174117"/>
                    <a:pt x="341630" y="192786"/>
                  </a:cubicBezTo>
                  <a:lnTo>
                    <a:pt x="672846" y="1778"/>
                  </a:lnTo>
                  <a:cubicBezTo>
                    <a:pt x="675894" y="0"/>
                    <a:pt x="679704" y="1016"/>
                    <a:pt x="681482" y="4064"/>
                  </a:cubicBezTo>
                  <a:cubicBezTo>
                    <a:pt x="683260" y="7112"/>
                    <a:pt x="682244" y="10922"/>
                    <a:pt x="679196" y="12700"/>
                  </a:cubicBezTo>
                  <a:lnTo>
                    <a:pt x="344805" y="205613"/>
                  </a:lnTo>
                  <a:cubicBezTo>
                    <a:pt x="343789" y="206121"/>
                    <a:pt x="342773" y="206502"/>
                    <a:pt x="341630" y="2065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5" id="195"/>
          <p:cNvSpPr txBox="true"/>
          <p:nvPr/>
        </p:nvSpPr>
        <p:spPr>
          <a:xfrm rot="0">
            <a:off x="3235452" y="4646295"/>
            <a:ext cx="692277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 &amp; A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3232405" y="2745914"/>
            <a:ext cx="5879710" cy="1684373"/>
            <a:chOff x="0" y="0"/>
            <a:chExt cx="7839613" cy="224583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7839613" cy="2245830"/>
            </a:xfrm>
            <a:custGeom>
              <a:avLst/>
              <a:gdLst/>
              <a:ahLst/>
              <a:cxnLst/>
              <a:rect r="r" b="b" t="t" l="l"/>
              <a:pathLst>
                <a:path h="2245830" w="7839613">
                  <a:moveTo>
                    <a:pt x="0" y="0"/>
                  </a:moveTo>
                  <a:lnTo>
                    <a:pt x="7839613" y="0"/>
                  </a:lnTo>
                  <a:lnTo>
                    <a:pt x="7839613" y="2245830"/>
                  </a:lnTo>
                  <a:lnTo>
                    <a:pt x="0" y="2245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14325"/>
              <a:ext cx="7839613" cy="25601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039"/>
                </a:lnSpc>
              </a:pPr>
              <a:r>
                <a:rPr lang="en-US" sz="8999" b="true">
                  <a:solidFill>
                    <a:srgbClr val="EF5D5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1028700"/>
            <a:ext cx="14630400" cy="8229599"/>
            <a:chOff x="0" y="0"/>
            <a:chExt cx="19507200" cy="10972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62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8977093"/>
            <a:ext cx="14630400" cy="281207"/>
            <a:chOff x="0" y="0"/>
            <a:chExt cx="19507200" cy="374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74904"/>
            </a:xfrm>
            <a:custGeom>
              <a:avLst/>
              <a:gdLst/>
              <a:ahLst/>
              <a:cxnLst/>
              <a:rect r="r" b="b" t="t" l="l"/>
              <a:pathLst>
                <a:path h="374904" w="19507200">
                  <a:moveTo>
                    <a:pt x="19507200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9507200" y="374904"/>
                  </a:lnTo>
                  <a:close/>
                </a:path>
              </a:pathLst>
            </a:custGeom>
            <a:gradFill rotWithShape="true">
              <a:gsLst>
                <a:gs pos="0">
                  <a:srgbClr val="FAC2B6">
                    <a:alpha val="0"/>
                  </a:srgbClr>
                </a:gs>
                <a:gs pos="85000">
                  <a:srgbClr val="FAC2B6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4179" y="1916213"/>
            <a:ext cx="68912" cy="281206"/>
          </a:xfrm>
          <a:custGeom>
            <a:avLst/>
            <a:gdLst/>
            <a:ahLst/>
            <a:cxnLst/>
            <a:rect r="r" b="b" t="t" l="l"/>
            <a:pathLst>
              <a:path h="281206" w="68912">
                <a:moveTo>
                  <a:pt x="0" y="0"/>
                </a:moveTo>
                <a:lnTo>
                  <a:pt x="68912" y="0"/>
                </a:lnTo>
                <a:lnTo>
                  <a:pt x="68912" y="281205"/>
                </a:lnTo>
                <a:lnTo>
                  <a:pt x="0" y="2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54756" y="7789164"/>
            <a:ext cx="334518" cy="638556"/>
          </a:xfrm>
          <a:custGeom>
            <a:avLst/>
            <a:gdLst/>
            <a:ahLst/>
            <a:cxnLst/>
            <a:rect r="r" b="b" t="t" l="l"/>
            <a:pathLst>
              <a:path h="638556" w="334518">
                <a:moveTo>
                  <a:pt x="0" y="0"/>
                </a:moveTo>
                <a:lnTo>
                  <a:pt x="334518" y="0"/>
                </a:lnTo>
                <a:lnTo>
                  <a:pt x="334518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4949" y="7816977"/>
            <a:ext cx="275082" cy="1021842"/>
          </a:xfrm>
          <a:custGeom>
            <a:avLst/>
            <a:gdLst/>
            <a:ahLst/>
            <a:cxnLst/>
            <a:rect r="r" b="b" t="t" l="l"/>
            <a:pathLst>
              <a:path h="1021842" w="275082">
                <a:moveTo>
                  <a:pt x="0" y="0"/>
                </a:moveTo>
                <a:lnTo>
                  <a:pt x="275082" y="0"/>
                </a:lnTo>
                <a:lnTo>
                  <a:pt x="275082" y="1021842"/>
                </a:lnTo>
                <a:lnTo>
                  <a:pt x="0" y="1021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4914" y="7946898"/>
            <a:ext cx="219456" cy="461772"/>
          </a:xfrm>
          <a:custGeom>
            <a:avLst/>
            <a:gdLst/>
            <a:ahLst/>
            <a:cxnLst/>
            <a:rect r="r" b="b" t="t" l="l"/>
            <a:pathLst>
              <a:path h="461772" w="219456">
                <a:moveTo>
                  <a:pt x="0" y="0"/>
                </a:moveTo>
                <a:lnTo>
                  <a:pt x="219456" y="0"/>
                </a:lnTo>
                <a:lnTo>
                  <a:pt x="219456" y="461772"/>
                </a:lnTo>
                <a:lnTo>
                  <a:pt x="0" y="461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37737" y="8023249"/>
            <a:ext cx="231346" cy="764746"/>
          </a:xfrm>
          <a:custGeom>
            <a:avLst/>
            <a:gdLst/>
            <a:ahLst/>
            <a:cxnLst/>
            <a:rect r="r" b="b" t="t" l="l"/>
            <a:pathLst>
              <a:path h="764746" w="231346">
                <a:moveTo>
                  <a:pt x="0" y="0"/>
                </a:moveTo>
                <a:lnTo>
                  <a:pt x="231346" y="0"/>
                </a:lnTo>
                <a:lnTo>
                  <a:pt x="231346" y="764746"/>
                </a:lnTo>
                <a:lnTo>
                  <a:pt x="0" y="764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69640" y="8293608"/>
            <a:ext cx="247650" cy="133350"/>
            <a:chOff x="0" y="0"/>
            <a:chExt cx="3302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427" cy="189611"/>
            </a:xfrm>
            <a:custGeom>
              <a:avLst/>
              <a:gdLst/>
              <a:ahLst/>
              <a:cxnLst/>
              <a:rect r="r" b="b" t="t" l="l"/>
              <a:pathLst>
                <a:path h="189611" w="368427">
                  <a:moveTo>
                    <a:pt x="0" y="120015"/>
                  </a:moveTo>
                  <a:cubicBezTo>
                    <a:pt x="0" y="120015"/>
                    <a:pt x="109220" y="71501"/>
                    <a:pt x="172212" y="113030"/>
                  </a:cubicBezTo>
                  <a:cubicBezTo>
                    <a:pt x="210693" y="138430"/>
                    <a:pt x="228092" y="189611"/>
                    <a:pt x="274955" y="175387"/>
                  </a:cubicBezTo>
                  <a:cubicBezTo>
                    <a:pt x="368427" y="146812"/>
                    <a:pt x="317500" y="32639"/>
                    <a:pt x="306324" y="24257"/>
                  </a:cubicBezTo>
                  <a:lnTo>
                    <a:pt x="116332" y="0"/>
                  </a:lnTo>
                  <a:lnTo>
                    <a:pt x="0" y="1198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027908" y="8214360"/>
            <a:ext cx="377190" cy="393192"/>
          </a:xfrm>
          <a:custGeom>
            <a:avLst/>
            <a:gdLst/>
            <a:ahLst/>
            <a:cxnLst/>
            <a:rect r="r" b="b" t="t" l="l"/>
            <a:pathLst>
              <a:path h="393192" w="377190">
                <a:moveTo>
                  <a:pt x="0" y="0"/>
                </a:moveTo>
                <a:lnTo>
                  <a:pt x="377190" y="0"/>
                </a:lnTo>
                <a:lnTo>
                  <a:pt x="377190" y="393192"/>
                </a:lnTo>
                <a:lnTo>
                  <a:pt x="0" y="393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10533" y="8232799"/>
            <a:ext cx="300688" cy="640540"/>
          </a:xfrm>
          <a:custGeom>
            <a:avLst/>
            <a:gdLst/>
            <a:ahLst/>
            <a:cxnLst/>
            <a:rect r="r" b="b" t="t" l="l"/>
            <a:pathLst>
              <a:path h="640540" w="300688">
                <a:moveTo>
                  <a:pt x="0" y="0"/>
                </a:moveTo>
                <a:lnTo>
                  <a:pt x="300688" y="0"/>
                </a:lnTo>
                <a:lnTo>
                  <a:pt x="300688" y="640540"/>
                </a:lnTo>
                <a:lnTo>
                  <a:pt x="0" y="6405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98902" y="8289798"/>
            <a:ext cx="256032" cy="258318"/>
          </a:xfrm>
          <a:custGeom>
            <a:avLst/>
            <a:gdLst/>
            <a:ahLst/>
            <a:cxnLst/>
            <a:rect r="r" b="b" t="t" l="l"/>
            <a:pathLst>
              <a:path h="258318" w="256032">
                <a:moveTo>
                  <a:pt x="0" y="0"/>
                </a:moveTo>
                <a:lnTo>
                  <a:pt x="256032" y="0"/>
                </a:lnTo>
                <a:lnTo>
                  <a:pt x="256032" y="258318"/>
                </a:lnTo>
                <a:lnTo>
                  <a:pt x="0" y="2583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21913" y="8324239"/>
            <a:ext cx="379174" cy="456898"/>
          </a:xfrm>
          <a:custGeom>
            <a:avLst/>
            <a:gdLst/>
            <a:ahLst/>
            <a:cxnLst/>
            <a:rect r="r" b="b" t="t" l="l"/>
            <a:pathLst>
              <a:path h="456898" w="379174">
                <a:moveTo>
                  <a:pt x="0" y="0"/>
                </a:moveTo>
                <a:lnTo>
                  <a:pt x="379174" y="0"/>
                </a:lnTo>
                <a:lnTo>
                  <a:pt x="379174" y="456898"/>
                </a:lnTo>
                <a:lnTo>
                  <a:pt x="0" y="4568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838170" y="8704326"/>
            <a:ext cx="285750" cy="496062"/>
            <a:chOff x="0" y="0"/>
            <a:chExt cx="381000" cy="661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" cy="661416"/>
            </a:xfrm>
            <a:custGeom>
              <a:avLst/>
              <a:gdLst/>
              <a:ahLst/>
              <a:cxnLst/>
              <a:rect r="r" b="b" t="t" l="l"/>
              <a:pathLst>
                <a:path h="66141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661416"/>
                  </a:lnTo>
                  <a:lnTo>
                    <a:pt x="0" y="661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822168" y="8687562"/>
            <a:ext cx="311658" cy="63246"/>
            <a:chOff x="0" y="0"/>
            <a:chExt cx="415544" cy="84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5544" cy="84328"/>
            </a:xfrm>
            <a:custGeom>
              <a:avLst/>
              <a:gdLst/>
              <a:ahLst/>
              <a:cxnLst/>
              <a:rect r="r" b="b" t="t" l="l"/>
              <a:pathLst>
                <a:path h="84328" w="415544">
                  <a:moveTo>
                    <a:pt x="0" y="0"/>
                  </a:moveTo>
                  <a:lnTo>
                    <a:pt x="415544" y="0"/>
                  </a:lnTo>
                  <a:lnTo>
                    <a:pt x="415544" y="84328"/>
                  </a:lnTo>
                  <a:lnTo>
                    <a:pt x="0" y="84328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20033" y="8684665"/>
            <a:ext cx="316690" cy="68278"/>
          </a:xfrm>
          <a:custGeom>
            <a:avLst/>
            <a:gdLst/>
            <a:ahLst/>
            <a:cxnLst/>
            <a:rect r="r" b="b" t="t" l="l"/>
            <a:pathLst>
              <a:path h="68278" w="316690">
                <a:moveTo>
                  <a:pt x="0" y="0"/>
                </a:moveTo>
                <a:lnTo>
                  <a:pt x="316690" y="0"/>
                </a:lnTo>
                <a:lnTo>
                  <a:pt x="316690" y="68278"/>
                </a:lnTo>
                <a:lnTo>
                  <a:pt x="0" y="682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28800" y="1028700"/>
            <a:ext cx="14630400" cy="8229601"/>
            <a:chOff x="0" y="0"/>
            <a:chExt cx="19507200" cy="10972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close/>
                </a:path>
              </a:pathLst>
            </a:custGeom>
            <a:gradFill rotWithShape="true">
              <a:gsLst>
                <a:gs pos="53000">
                  <a:srgbClr val="FFFFFF">
                    <a:alpha val="0"/>
                  </a:srgbClr>
                </a:gs>
                <a:gs pos="93000">
                  <a:srgbClr val="EF5D59">
                    <a:alpha val="7000"/>
                  </a:srgbClr>
                </a:gs>
              </a:gsLst>
              <a:lin ang="14438535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0" y="8204705"/>
            <a:ext cx="14630400" cy="1053595"/>
            <a:chOff x="0" y="0"/>
            <a:chExt cx="19507200" cy="14047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1404747"/>
            </a:xfrm>
            <a:custGeom>
              <a:avLst/>
              <a:gdLst/>
              <a:ahLst/>
              <a:cxnLst/>
              <a:rect r="r" b="b" t="t" l="l"/>
              <a:pathLst>
                <a:path h="1404747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04747"/>
                  </a:lnTo>
                  <a:lnTo>
                    <a:pt x="0" y="1404747"/>
                  </a:lnTo>
                  <a:close/>
                </a:path>
              </a:pathLst>
            </a:custGeom>
            <a:gradFill rotWithShape="true">
              <a:gsLst>
                <a:gs pos="0">
                  <a:srgbClr val="FBD6CF">
                    <a:alpha val="0"/>
                  </a:srgbClr>
                </a:gs>
                <a:gs pos="100000">
                  <a:srgbClr val="FBD6CF">
                    <a:alpha val="100000"/>
                  </a:srgbClr>
                </a:gs>
              </a:gsLst>
              <a:lin ang="10800000"/>
            </a:gradFill>
          </p:spPr>
        </p:sp>
      </p:grpSp>
      <p:sp>
        <p:nvSpPr>
          <p:cNvPr name="AutoShape 26" id="26"/>
          <p:cNvSpPr/>
          <p:nvPr/>
        </p:nvSpPr>
        <p:spPr>
          <a:xfrm rot="408543">
            <a:off x="15134183" y="1850651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408543">
            <a:off x="15134183" y="1926375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408543">
            <a:off x="15134183" y="2002099"/>
            <a:ext cx="257083" cy="0"/>
          </a:xfrm>
          <a:prstGeom prst="line">
            <a:avLst/>
          </a:prstGeom>
          <a:ln cap="rnd" w="19050">
            <a:solidFill>
              <a:srgbClr val="EF5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945352" y="2399718"/>
            <a:ext cx="5558318" cy="5009213"/>
          </a:xfrm>
          <a:custGeom>
            <a:avLst/>
            <a:gdLst/>
            <a:ahLst/>
            <a:cxnLst/>
            <a:rect r="r" b="b" t="t" l="l"/>
            <a:pathLst>
              <a:path h="5009213" w="5558318">
                <a:moveTo>
                  <a:pt x="0" y="0"/>
                </a:moveTo>
                <a:lnTo>
                  <a:pt x="5558318" y="0"/>
                </a:lnTo>
                <a:lnTo>
                  <a:pt x="5558318" y="5009213"/>
                </a:lnTo>
                <a:lnTo>
                  <a:pt x="0" y="500921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110200" y="8554357"/>
            <a:ext cx="1264920" cy="354290"/>
            <a:chOff x="0" y="0"/>
            <a:chExt cx="1686560" cy="4723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86560" cy="472440"/>
            </a:xfrm>
            <a:custGeom>
              <a:avLst/>
              <a:gdLst/>
              <a:ahLst/>
              <a:cxnLst/>
              <a:rect r="r" b="b" t="t" l="l"/>
              <a:pathLst>
                <a:path h="472440" w="1686560">
                  <a:moveTo>
                    <a:pt x="0" y="0"/>
                  </a:moveTo>
                  <a:lnTo>
                    <a:pt x="235712" y="0"/>
                  </a:lnTo>
                  <a:lnTo>
                    <a:pt x="472440" y="235712"/>
                  </a:lnTo>
                  <a:lnTo>
                    <a:pt x="235712" y="472440"/>
                  </a:lnTo>
                  <a:lnTo>
                    <a:pt x="0" y="472440"/>
                  </a:lnTo>
                  <a:lnTo>
                    <a:pt x="235712" y="235712"/>
                  </a:lnTo>
                  <a:lnTo>
                    <a:pt x="0" y="0"/>
                  </a:lnTo>
                  <a:close/>
                  <a:moveTo>
                    <a:pt x="404368" y="0"/>
                  </a:moveTo>
                  <a:lnTo>
                    <a:pt x="641096" y="0"/>
                  </a:lnTo>
                  <a:lnTo>
                    <a:pt x="876808" y="235712"/>
                  </a:lnTo>
                  <a:lnTo>
                    <a:pt x="641096" y="472440"/>
                  </a:lnTo>
                  <a:lnTo>
                    <a:pt x="404368" y="472440"/>
                  </a:lnTo>
                  <a:lnTo>
                    <a:pt x="641096" y="235712"/>
                  </a:lnTo>
                  <a:lnTo>
                    <a:pt x="404368" y="0"/>
                  </a:lnTo>
                  <a:close/>
                  <a:moveTo>
                    <a:pt x="809752" y="0"/>
                  </a:moveTo>
                  <a:lnTo>
                    <a:pt x="1045464" y="0"/>
                  </a:lnTo>
                  <a:lnTo>
                    <a:pt x="1282192" y="235712"/>
                  </a:lnTo>
                  <a:lnTo>
                    <a:pt x="1045464" y="472440"/>
                  </a:lnTo>
                  <a:lnTo>
                    <a:pt x="809752" y="472440"/>
                  </a:lnTo>
                  <a:lnTo>
                    <a:pt x="1045464" y="235712"/>
                  </a:lnTo>
                  <a:lnTo>
                    <a:pt x="809752" y="0"/>
                  </a:lnTo>
                  <a:close/>
                  <a:moveTo>
                    <a:pt x="1214120" y="0"/>
                  </a:moveTo>
                  <a:lnTo>
                    <a:pt x="1450848" y="0"/>
                  </a:lnTo>
                  <a:lnTo>
                    <a:pt x="1686560" y="235712"/>
                  </a:lnTo>
                  <a:lnTo>
                    <a:pt x="1450848" y="472440"/>
                  </a:lnTo>
                  <a:lnTo>
                    <a:pt x="1214120" y="472440"/>
                  </a:lnTo>
                  <a:lnTo>
                    <a:pt x="1450848" y="235712"/>
                  </a:lnTo>
                  <a:lnTo>
                    <a:pt x="121412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DFDE">
                    <a:alpha val="0"/>
                  </a:srgbClr>
                </a:gs>
                <a:gs pos="100000">
                  <a:srgbClr val="F9BEB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837303" y="3362453"/>
            <a:ext cx="130976" cy="130976"/>
            <a:chOff x="0" y="0"/>
            <a:chExt cx="174635" cy="1746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4752" cy="174752"/>
            </a:xfrm>
            <a:custGeom>
              <a:avLst/>
              <a:gdLst/>
              <a:ahLst/>
              <a:cxnLst/>
              <a:rect r="r" b="b" t="t" l="l"/>
              <a:pathLst>
                <a:path h="174752" w="174752">
                  <a:moveTo>
                    <a:pt x="174625" y="87376"/>
                  </a:moveTo>
                  <a:cubicBezTo>
                    <a:pt x="174625" y="135636"/>
                    <a:pt x="135509" y="174752"/>
                    <a:pt x="87249" y="174752"/>
                  </a:cubicBezTo>
                  <a:cubicBezTo>
                    <a:pt x="38989" y="174752"/>
                    <a:pt x="0" y="135509"/>
                    <a:pt x="0" y="87376"/>
                  </a:cubicBezTo>
                  <a:cubicBezTo>
                    <a:pt x="0" y="39243"/>
                    <a:pt x="39116" y="0"/>
                    <a:pt x="87376" y="0"/>
                  </a:cubicBezTo>
                  <a:cubicBezTo>
                    <a:pt x="135636" y="0"/>
                    <a:pt x="174752" y="39116"/>
                    <a:pt x="174752" y="8737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077852" y="6103357"/>
            <a:ext cx="5023290" cy="2532767"/>
            <a:chOff x="0" y="0"/>
            <a:chExt cx="6697720" cy="33770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0160" y="10160"/>
              <a:ext cx="6677406" cy="3356737"/>
            </a:xfrm>
            <a:custGeom>
              <a:avLst/>
              <a:gdLst/>
              <a:ahLst/>
              <a:cxnLst/>
              <a:rect r="r" b="b" t="t" l="l"/>
              <a:pathLst>
                <a:path h="3356737" w="6677406">
                  <a:moveTo>
                    <a:pt x="0" y="0"/>
                  </a:moveTo>
                  <a:lnTo>
                    <a:pt x="6677406" y="0"/>
                  </a:lnTo>
                  <a:lnTo>
                    <a:pt x="6677406" y="3356737"/>
                  </a:lnTo>
                  <a:lnTo>
                    <a:pt x="0" y="33567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97726" cy="3377057"/>
            </a:xfrm>
            <a:custGeom>
              <a:avLst/>
              <a:gdLst/>
              <a:ahLst/>
              <a:cxnLst/>
              <a:rect r="r" b="b" t="t" l="l"/>
              <a:pathLst>
                <a:path h="3377057" w="6697726">
                  <a:moveTo>
                    <a:pt x="10160" y="0"/>
                  </a:moveTo>
                  <a:lnTo>
                    <a:pt x="6687566" y="0"/>
                  </a:lnTo>
                  <a:cubicBezTo>
                    <a:pt x="6693154" y="0"/>
                    <a:pt x="6697726" y="4572"/>
                    <a:pt x="6697726" y="10160"/>
                  </a:cubicBezTo>
                  <a:lnTo>
                    <a:pt x="6697726" y="3366897"/>
                  </a:lnTo>
                  <a:cubicBezTo>
                    <a:pt x="6697726" y="3372485"/>
                    <a:pt x="6693154" y="3377057"/>
                    <a:pt x="6687566" y="3377057"/>
                  </a:cubicBezTo>
                  <a:lnTo>
                    <a:pt x="10160" y="3377057"/>
                  </a:lnTo>
                  <a:cubicBezTo>
                    <a:pt x="4572" y="3377057"/>
                    <a:pt x="0" y="3372485"/>
                    <a:pt x="0" y="3366897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366897"/>
                  </a:lnTo>
                  <a:lnTo>
                    <a:pt x="10160" y="3366897"/>
                  </a:lnTo>
                  <a:lnTo>
                    <a:pt x="10160" y="3356737"/>
                  </a:lnTo>
                  <a:lnTo>
                    <a:pt x="6687566" y="3356737"/>
                  </a:lnTo>
                  <a:lnTo>
                    <a:pt x="6687566" y="3366897"/>
                  </a:lnTo>
                  <a:lnTo>
                    <a:pt x="6677406" y="3366897"/>
                  </a:lnTo>
                  <a:lnTo>
                    <a:pt x="6677406" y="10160"/>
                  </a:lnTo>
                  <a:lnTo>
                    <a:pt x="6687566" y="10160"/>
                  </a:lnTo>
                  <a:lnTo>
                    <a:pt x="6687566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087967" y="6469418"/>
            <a:ext cx="5008050" cy="29752"/>
            <a:chOff x="0" y="0"/>
            <a:chExt cx="6677400" cy="396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77406" cy="39624"/>
            </a:xfrm>
            <a:custGeom>
              <a:avLst/>
              <a:gdLst/>
              <a:ahLst/>
              <a:cxnLst/>
              <a:rect r="r" b="b" t="t" l="l"/>
              <a:pathLst>
                <a:path h="39624" w="6677406">
                  <a:moveTo>
                    <a:pt x="0" y="0"/>
                  </a:moveTo>
                  <a:lnTo>
                    <a:pt x="6677406" y="0"/>
                  </a:lnTo>
                  <a:lnTo>
                    <a:pt x="6677406" y="39624"/>
                  </a:lnTo>
                  <a:lnTo>
                    <a:pt x="0" y="3962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759410" y="6209210"/>
            <a:ext cx="159086" cy="159086"/>
            <a:chOff x="0" y="0"/>
            <a:chExt cx="212115" cy="2121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090" cy="212090"/>
            </a:xfrm>
            <a:custGeom>
              <a:avLst/>
              <a:gdLst/>
              <a:ahLst/>
              <a:cxnLst/>
              <a:rect r="r" b="b" t="t" l="l"/>
              <a:pathLst>
                <a:path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7620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4470"/>
                  </a:lnTo>
                  <a:lnTo>
                    <a:pt x="106045" y="212090"/>
                  </a:lnTo>
                  <a:cubicBezTo>
                    <a:pt x="47498" y="212090"/>
                    <a:pt x="0" y="164592"/>
                    <a:pt x="0" y="106045"/>
                  </a:cubicBezTo>
                  <a:lnTo>
                    <a:pt x="7620" y="106045"/>
                  </a:lnTo>
                  <a:lnTo>
                    <a:pt x="14224" y="109982"/>
                  </a:lnTo>
                  <a:cubicBezTo>
                    <a:pt x="12446" y="112903"/>
                    <a:pt x="8890" y="114300"/>
                    <a:pt x="5588" y="113411"/>
                  </a:cubicBezTo>
                  <a:cubicBezTo>
                    <a:pt x="2286" y="112522"/>
                    <a:pt x="0" y="109474"/>
                    <a:pt x="0" y="106045"/>
                  </a:cubicBezTo>
                  <a:moveTo>
                    <a:pt x="15240" y="106045"/>
                  </a:moveTo>
                  <a:lnTo>
                    <a:pt x="7620" y="106045"/>
                  </a:lnTo>
                  <a:lnTo>
                    <a:pt x="1016" y="102108"/>
                  </a:lnTo>
                  <a:cubicBezTo>
                    <a:pt x="2794" y="99187"/>
                    <a:pt x="6223" y="97790"/>
                    <a:pt x="9525" y="98679"/>
                  </a:cubicBezTo>
                  <a:cubicBezTo>
                    <a:pt x="12827" y="99568"/>
                    <a:pt x="15113" y="102616"/>
                    <a:pt x="15113" y="106045"/>
                  </a:cubicBezTo>
                  <a:cubicBezTo>
                    <a:pt x="15113" y="156210"/>
                    <a:pt x="55753" y="196850"/>
                    <a:pt x="105918" y="196850"/>
                  </a:cubicBezTo>
                  <a:cubicBezTo>
                    <a:pt x="156083" y="196850"/>
                    <a:pt x="196723" y="156210"/>
                    <a:pt x="196723" y="106045"/>
                  </a:cubicBezTo>
                  <a:lnTo>
                    <a:pt x="204343" y="106045"/>
                  </a:lnTo>
                  <a:lnTo>
                    <a:pt x="196723" y="106045"/>
                  </a:lnTo>
                  <a:cubicBezTo>
                    <a:pt x="196723" y="55880"/>
                    <a:pt x="156083" y="15240"/>
                    <a:pt x="105918" y="15240"/>
                  </a:cubicBezTo>
                  <a:lnTo>
                    <a:pt x="105918" y="7620"/>
                  </a:lnTo>
                  <a:lnTo>
                    <a:pt x="105918" y="15240"/>
                  </a:lnTo>
                  <a:cubicBezTo>
                    <a:pt x="55880" y="15240"/>
                    <a:pt x="15240" y="55880"/>
                    <a:pt x="15240" y="1060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519704" y="6209210"/>
            <a:ext cx="159088" cy="159086"/>
            <a:chOff x="0" y="0"/>
            <a:chExt cx="212117" cy="2121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090" cy="212090"/>
            </a:xfrm>
            <a:custGeom>
              <a:avLst/>
              <a:gdLst/>
              <a:ahLst/>
              <a:cxnLst/>
              <a:rect r="r" b="b" t="t" l="l"/>
              <a:pathLst>
                <a:path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7620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4470"/>
                  </a:lnTo>
                  <a:lnTo>
                    <a:pt x="106045" y="212090"/>
                  </a:lnTo>
                  <a:cubicBezTo>
                    <a:pt x="47498" y="212090"/>
                    <a:pt x="0" y="164592"/>
                    <a:pt x="0" y="106045"/>
                  </a:cubicBezTo>
                  <a:lnTo>
                    <a:pt x="7620" y="106045"/>
                  </a:lnTo>
                  <a:lnTo>
                    <a:pt x="14224" y="109982"/>
                  </a:lnTo>
                  <a:cubicBezTo>
                    <a:pt x="12446" y="112903"/>
                    <a:pt x="8890" y="114300"/>
                    <a:pt x="5588" y="113411"/>
                  </a:cubicBezTo>
                  <a:cubicBezTo>
                    <a:pt x="2286" y="112522"/>
                    <a:pt x="0" y="109474"/>
                    <a:pt x="0" y="106045"/>
                  </a:cubicBezTo>
                  <a:moveTo>
                    <a:pt x="15240" y="106045"/>
                  </a:moveTo>
                  <a:lnTo>
                    <a:pt x="7620" y="106045"/>
                  </a:lnTo>
                  <a:lnTo>
                    <a:pt x="1016" y="102108"/>
                  </a:lnTo>
                  <a:cubicBezTo>
                    <a:pt x="2794" y="99187"/>
                    <a:pt x="6223" y="97790"/>
                    <a:pt x="9525" y="98679"/>
                  </a:cubicBezTo>
                  <a:cubicBezTo>
                    <a:pt x="12827" y="99568"/>
                    <a:pt x="15113" y="102616"/>
                    <a:pt x="15113" y="106045"/>
                  </a:cubicBezTo>
                  <a:cubicBezTo>
                    <a:pt x="15113" y="156210"/>
                    <a:pt x="55753" y="196850"/>
                    <a:pt x="105918" y="196850"/>
                  </a:cubicBezTo>
                  <a:cubicBezTo>
                    <a:pt x="156083" y="196850"/>
                    <a:pt x="196723" y="156210"/>
                    <a:pt x="196723" y="106045"/>
                  </a:cubicBezTo>
                  <a:lnTo>
                    <a:pt x="204343" y="106045"/>
                  </a:lnTo>
                  <a:lnTo>
                    <a:pt x="196723" y="106045"/>
                  </a:lnTo>
                  <a:cubicBezTo>
                    <a:pt x="196723" y="55880"/>
                    <a:pt x="156083" y="15240"/>
                    <a:pt x="105918" y="15240"/>
                  </a:cubicBezTo>
                  <a:lnTo>
                    <a:pt x="105918" y="7620"/>
                  </a:lnTo>
                  <a:lnTo>
                    <a:pt x="105918" y="15240"/>
                  </a:lnTo>
                  <a:cubicBezTo>
                    <a:pt x="55880" y="15240"/>
                    <a:pt x="15240" y="55880"/>
                    <a:pt x="15240" y="1060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80001" y="6209210"/>
            <a:ext cx="159088" cy="159086"/>
            <a:chOff x="0" y="0"/>
            <a:chExt cx="212117" cy="21211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2090" cy="212090"/>
            </a:xfrm>
            <a:custGeom>
              <a:avLst/>
              <a:gdLst/>
              <a:ahLst/>
              <a:cxnLst/>
              <a:rect r="r" b="b" t="t" l="l"/>
              <a:pathLst>
                <a:path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7620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4470"/>
                  </a:lnTo>
                  <a:lnTo>
                    <a:pt x="106045" y="212090"/>
                  </a:lnTo>
                  <a:cubicBezTo>
                    <a:pt x="47498" y="212090"/>
                    <a:pt x="0" y="164592"/>
                    <a:pt x="0" y="106045"/>
                  </a:cubicBezTo>
                  <a:lnTo>
                    <a:pt x="7620" y="106045"/>
                  </a:lnTo>
                  <a:lnTo>
                    <a:pt x="14224" y="109982"/>
                  </a:lnTo>
                  <a:cubicBezTo>
                    <a:pt x="12446" y="112903"/>
                    <a:pt x="8890" y="114300"/>
                    <a:pt x="5588" y="113411"/>
                  </a:cubicBezTo>
                  <a:cubicBezTo>
                    <a:pt x="2286" y="112522"/>
                    <a:pt x="0" y="109474"/>
                    <a:pt x="0" y="106045"/>
                  </a:cubicBezTo>
                  <a:moveTo>
                    <a:pt x="15240" y="106045"/>
                  </a:moveTo>
                  <a:lnTo>
                    <a:pt x="7620" y="106045"/>
                  </a:lnTo>
                  <a:lnTo>
                    <a:pt x="1016" y="102108"/>
                  </a:lnTo>
                  <a:cubicBezTo>
                    <a:pt x="2794" y="99187"/>
                    <a:pt x="6223" y="97790"/>
                    <a:pt x="9525" y="98679"/>
                  </a:cubicBezTo>
                  <a:cubicBezTo>
                    <a:pt x="12827" y="99568"/>
                    <a:pt x="15113" y="102616"/>
                    <a:pt x="15113" y="106045"/>
                  </a:cubicBezTo>
                  <a:cubicBezTo>
                    <a:pt x="15113" y="156210"/>
                    <a:pt x="55753" y="196850"/>
                    <a:pt x="105918" y="196850"/>
                  </a:cubicBezTo>
                  <a:cubicBezTo>
                    <a:pt x="156083" y="196850"/>
                    <a:pt x="196723" y="156210"/>
                    <a:pt x="196723" y="106045"/>
                  </a:cubicBezTo>
                  <a:lnTo>
                    <a:pt x="204343" y="106045"/>
                  </a:lnTo>
                  <a:lnTo>
                    <a:pt x="196723" y="106045"/>
                  </a:lnTo>
                  <a:cubicBezTo>
                    <a:pt x="196723" y="55880"/>
                    <a:pt x="156083" y="15240"/>
                    <a:pt x="105918" y="15240"/>
                  </a:cubicBezTo>
                  <a:lnTo>
                    <a:pt x="105918" y="7620"/>
                  </a:lnTo>
                  <a:lnTo>
                    <a:pt x="105918" y="15240"/>
                  </a:lnTo>
                  <a:cubicBezTo>
                    <a:pt x="55880" y="15240"/>
                    <a:pt x="15240" y="55880"/>
                    <a:pt x="15240" y="1060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055574" y="6734395"/>
            <a:ext cx="691608" cy="691703"/>
            <a:chOff x="0" y="0"/>
            <a:chExt cx="922144" cy="9222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2147" cy="922274"/>
            </a:xfrm>
            <a:custGeom>
              <a:avLst/>
              <a:gdLst/>
              <a:ahLst/>
              <a:cxnLst/>
              <a:rect r="r" b="b" t="t" l="l"/>
              <a:pathLst>
                <a:path h="922274" w="922147">
                  <a:moveTo>
                    <a:pt x="0" y="0"/>
                  </a:moveTo>
                  <a:lnTo>
                    <a:pt x="922147" y="0"/>
                  </a:lnTo>
                  <a:lnTo>
                    <a:pt x="922147" y="922274"/>
                  </a:lnTo>
                  <a:lnTo>
                    <a:pt x="0" y="922274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135126" y="6824837"/>
            <a:ext cx="773528" cy="713831"/>
            <a:chOff x="0" y="0"/>
            <a:chExt cx="1031371" cy="9517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80" y="5080"/>
              <a:ext cx="1021207" cy="941578"/>
            </a:xfrm>
            <a:custGeom>
              <a:avLst/>
              <a:gdLst/>
              <a:ahLst/>
              <a:cxnLst/>
              <a:rect r="r" b="b" t="t" l="l"/>
              <a:pathLst>
                <a:path h="941578" w="1021207">
                  <a:moveTo>
                    <a:pt x="0" y="0"/>
                  </a:moveTo>
                  <a:lnTo>
                    <a:pt x="1021207" y="0"/>
                  </a:lnTo>
                  <a:lnTo>
                    <a:pt x="1021207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1367" cy="951738"/>
            </a:xfrm>
            <a:custGeom>
              <a:avLst/>
              <a:gdLst/>
              <a:ahLst/>
              <a:cxnLst/>
              <a:rect r="r" b="b" t="t" l="l"/>
              <a:pathLst>
                <a:path h="951738" w="1031367">
                  <a:moveTo>
                    <a:pt x="5080" y="0"/>
                  </a:moveTo>
                  <a:lnTo>
                    <a:pt x="1026287" y="0"/>
                  </a:lnTo>
                  <a:cubicBezTo>
                    <a:pt x="1029081" y="0"/>
                    <a:pt x="1031367" y="2286"/>
                    <a:pt x="1031367" y="5080"/>
                  </a:cubicBezTo>
                  <a:lnTo>
                    <a:pt x="1031367" y="946658"/>
                  </a:lnTo>
                  <a:cubicBezTo>
                    <a:pt x="1031367" y="949452"/>
                    <a:pt x="1029081" y="951738"/>
                    <a:pt x="1026287" y="951738"/>
                  </a:cubicBezTo>
                  <a:lnTo>
                    <a:pt x="5080" y="951738"/>
                  </a:lnTo>
                  <a:cubicBezTo>
                    <a:pt x="2286" y="951738"/>
                    <a:pt x="0" y="949452"/>
                    <a:pt x="0" y="94665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946658"/>
                  </a:lnTo>
                  <a:lnTo>
                    <a:pt x="5080" y="946658"/>
                  </a:lnTo>
                  <a:lnTo>
                    <a:pt x="5080" y="941578"/>
                  </a:lnTo>
                  <a:lnTo>
                    <a:pt x="1026287" y="941578"/>
                  </a:lnTo>
                  <a:lnTo>
                    <a:pt x="1026287" y="946658"/>
                  </a:lnTo>
                  <a:lnTo>
                    <a:pt x="1021207" y="946658"/>
                  </a:lnTo>
                  <a:lnTo>
                    <a:pt x="1021207" y="5080"/>
                  </a:lnTo>
                  <a:lnTo>
                    <a:pt x="1026287" y="5080"/>
                  </a:lnTo>
                  <a:lnTo>
                    <a:pt x="1026287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-12599">
            <a:off x="5653007" y="6699983"/>
            <a:ext cx="851936" cy="785987"/>
            <a:chOff x="0" y="0"/>
            <a:chExt cx="1135915" cy="10479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5888" cy="1048004"/>
            </a:xfrm>
            <a:custGeom>
              <a:avLst/>
              <a:gdLst/>
              <a:ahLst/>
              <a:cxnLst/>
              <a:rect r="r" b="b" t="t" l="l"/>
              <a:pathLst>
                <a:path h="1048004" w="1135888">
                  <a:moveTo>
                    <a:pt x="1127252" y="167005"/>
                  </a:moveTo>
                  <a:lnTo>
                    <a:pt x="8509" y="167005"/>
                  </a:lnTo>
                  <a:lnTo>
                    <a:pt x="8763" y="1039622"/>
                  </a:lnTo>
                  <a:lnTo>
                    <a:pt x="1127506" y="1039622"/>
                  </a:lnTo>
                  <a:close/>
                  <a:moveTo>
                    <a:pt x="1127506" y="880999"/>
                  </a:moveTo>
                  <a:lnTo>
                    <a:pt x="8382" y="8509"/>
                  </a:lnTo>
                  <a:lnTo>
                    <a:pt x="8382" y="158750"/>
                  </a:lnTo>
                  <a:lnTo>
                    <a:pt x="1127252" y="158750"/>
                  </a:lnTo>
                  <a:close/>
                  <a:moveTo>
                    <a:pt x="1135507" y="0"/>
                  </a:moveTo>
                  <a:lnTo>
                    <a:pt x="1135888" y="1048004"/>
                  </a:lnTo>
                  <a:lnTo>
                    <a:pt x="1131697" y="1048004"/>
                  </a:lnTo>
                  <a:cubicBezTo>
                    <a:pt x="1131697" y="1048004"/>
                    <a:pt x="381" y="1048004"/>
                    <a:pt x="381" y="1048004"/>
                  </a:cubicBezTo>
                  <a:lnTo>
                    <a:pt x="0" y="0"/>
                  </a:lnTo>
                  <a:lnTo>
                    <a:pt x="4191" y="0"/>
                  </a:lnTo>
                  <a:cubicBezTo>
                    <a:pt x="4191" y="0"/>
                    <a:pt x="1135507" y="0"/>
                    <a:pt x="11355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721526" y="6995860"/>
            <a:ext cx="712944" cy="363584"/>
            <a:chOff x="0" y="0"/>
            <a:chExt cx="950592" cy="4847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-2413"/>
              <a:ext cx="950595" cy="487172"/>
            </a:xfrm>
            <a:custGeom>
              <a:avLst/>
              <a:gdLst/>
              <a:ahLst/>
              <a:cxnLst/>
              <a:rect r="r" b="b" t="t" l="l"/>
              <a:pathLst>
                <a:path h="487172" w="950595">
                  <a:moveTo>
                    <a:pt x="0" y="487172"/>
                  </a:moveTo>
                  <a:lnTo>
                    <a:pt x="950595" y="483616"/>
                  </a:lnTo>
                  <a:cubicBezTo>
                    <a:pt x="950595" y="483616"/>
                    <a:pt x="884428" y="227330"/>
                    <a:pt x="771144" y="209804"/>
                  </a:cubicBezTo>
                  <a:cubicBezTo>
                    <a:pt x="630047" y="187960"/>
                    <a:pt x="569976" y="345821"/>
                    <a:pt x="477012" y="274066"/>
                  </a:cubicBezTo>
                  <a:cubicBezTo>
                    <a:pt x="384048" y="202311"/>
                    <a:pt x="337947" y="0"/>
                    <a:pt x="228219" y="2413"/>
                  </a:cubicBezTo>
                  <a:cubicBezTo>
                    <a:pt x="78740" y="5715"/>
                    <a:pt x="0" y="487172"/>
                    <a:pt x="0" y="48717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-2700000">
            <a:off x="6113996" y="6946602"/>
            <a:ext cx="111654" cy="111654"/>
            <a:chOff x="0" y="0"/>
            <a:chExt cx="148872" cy="1488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8844" cy="148844"/>
            </a:xfrm>
            <a:custGeom>
              <a:avLst/>
              <a:gdLst/>
              <a:ahLst/>
              <a:cxnLst/>
              <a:rect r="r" b="b" t="t" l="l"/>
              <a:pathLst>
                <a:path h="148844" w="148844">
                  <a:moveTo>
                    <a:pt x="148844" y="74422"/>
                  </a:moveTo>
                  <a:cubicBezTo>
                    <a:pt x="148844" y="115570"/>
                    <a:pt x="115570" y="148844"/>
                    <a:pt x="74422" y="148844"/>
                  </a:cubicBezTo>
                  <a:cubicBezTo>
                    <a:pt x="33274" y="148844"/>
                    <a:pt x="0" y="115570"/>
                    <a:pt x="0" y="74422"/>
                  </a:cubicBezTo>
                  <a:cubicBezTo>
                    <a:pt x="0" y="33274"/>
                    <a:pt x="33274" y="0"/>
                    <a:pt x="74422" y="0"/>
                  </a:cubicBezTo>
                  <a:cubicBezTo>
                    <a:pt x="115570" y="0"/>
                    <a:pt x="148844" y="33274"/>
                    <a:pt x="148844" y="7442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23349" y="6701572"/>
            <a:ext cx="1028806" cy="1557906"/>
            <a:chOff x="0" y="0"/>
            <a:chExt cx="1371741" cy="20772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1727" cy="2077212"/>
            </a:xfrm>
            <a:custGeom>
              <a:avLst/>
              <a:gdLst/>
              <a:ahLst/>
              <a:cxnLst/>
              <a:rect r="r" b="b" t="t" l="l"/>
              <a:pathLst>
                <a:path h="2077212" w="1371727">
                  <a:moveTo>
                    <a:pt x="1371727" y="2077212"/>
                  </a:moveTo>
                  <a:lnTo>
                    <a:pt x="0" y="2077212"/>
                  </a:lnTo>
                  <a:lnTo>
                    <a:pt x="0" y="5080"/>
                  </a:lnTo>
                  <a:lnTo>
                    <a:pt x="1371727" y="0"/>
                  </a:lnTo>
                  <a:lnTo>
                    <a:pt x="1371727" y="20772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-5347800">
            <a:off x="7210284" y="6926333"/>
            <a:ext cx="263778" cy="263778"/>
            <a:chOff x="0" y="0"/>
            <a:chExt cx="351704" cy="3517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1663" cy="351790"/>
            </a:xfrm>
            <a:custGeom>
              <a:avLst/>
              <a:gdLst/>
              <a:ahLst/>
              <a:cxnLst/>
              <a:rect r="r" b="b" t="t" l="l"/>
              <a:pathLst>
                <a:path h="351790" w="351663">
                  <a:moveTo>
                    <a:pt x="351663" y="175895"/>
                  </a:moveTo>
                  <a:cubicBezTo>
                    <a:pt x="351663" y="273050"/>
                    <a:pt x="272923" y="351790"/>
                    <a:pt x="175768" y="351790"/>
                  </a:cubicBezTo>
                  <a:cubicBezTo>
                    <a:pt x="78613" y="351790"/>
                    <a:pt x="0" y="272923"/>
                    <a:pt x="0" y="175895"/>
                  </a:cubicBezTo>
                  <a:cubicBezTo>
                    <a:pt x="0" y="78867"/>
                    <a:pt x="78740" y="0"/>
                    <a:pt x="175895" y="0"/>
                  </a:cubicBezTo>
                  <a:cubicBezTo>
                    <a:pt x="273050" y="0"/>
                    <a:pt x="351663" y="78740"/>
                    <a:pt x="351663" y="175895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10689" y="6998237"/>
            <a:ext cx="104887" cy="120245"/>
            <a:chOff x="0" y="0"/>
            <a:chExt cx="139850" cy="16032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9827" cy="160274"/>
            </a:xfrm>
            <a:custGeom>
              <a:avLst/>
              <a:gdLst/>
              <a:ahLst/>
              <a:cxnLst/>
              <a:rect r="r" b="b" t="t" l="l"/>
              <a:pathLst>
                <a:path h="160274" w="139827">
                  <a:moveTo>
                    <a:pt x="139827" y="81915"/>
                  </a:moveTo>
                  <a:lnTo>
                    <a:pt x="0" y="160274"/>
                  </a:lnTo>
                  <a:lnTo>
                    <a:pt x="2032" y="0"/>
                  </a:lnTo>
                  <a:lnTo>
                    <a:pt x="139827" y="819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018021" y="7357682"/>
            <a:ext cx="656300" cy="785074"/>
            <a:chOff x="0" y="0"/>
            <a:chExt cx="875067" cy="104676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5030" cy="1046734"/>
            </a:xfrm>
            <a:custGeom>
              <a:avLst/>
              <a:gdLst/>
              <a:ahLst/>
              <a:cxnLst/>
              <a:rect r="r" b="b" t="t" l="l"/>
              <a:pathLst>
                <a:path h="1046734" w="875030">
                  <a:moveTo>
                    <a:pt x="0" y="1042289"/>
                  </a:moveTo>
                  <a:lnTo>
                    <a:pt x="872236" y="1046734"/>
                  </a:lnTo>
                  <a:lnTo>
                    <a:pt x="875030" y="4445"/>
                  </a:lnTo>
                  <a:lnTo>
                    <a:pt x="2667" y="0"/>
                  </a:lnTo>
                  <a:lnTo>
                    <a:pt x="0" y="1042289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016856" y="7492247"/>
            <a:ext cx="660517" cy="9630"/>
            <a:chOff x="0" y="0"/>
            <a:chExt cx="880690" cy="12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80745" cy="12827"/>
            </a:xfrm>
            <a:custGeom>
              <a:avLst/>
              <a:gdLst/>
              <a:ahLst/>
              <a:cxnLst/>
              <a:rect r="r" b="b" t="t" l="l"/>
              <a:pathLst>
                <a:path h="12827" w="880745">
                  <a:moveTo>
                    <a:pt x="876554" y="12827"/>
                  </a:moveTo>
                  <a:lnTo>
                    <a:pt x="4191" y="8382"/>
                  </a:lnTo>
                  <a:cubicBezTo>
                    <a:pt x="1905" y="8382"/>
                    <a:pt x="0" y="6477"/>
                    <a:pt x="0" y="4191"/>
                  </a:cubicBezTo>
                  <a:cubicBezTo>
                    <a:pt x="0" y="1905"/>
                    <a:pt x="1905" y="0"/>
                    <a:pt x="4191" y="0"/>
                  </a:cubicBezTo>
                  <a:lnTo>
                    <a:pt x="876554" y="4445"/>
                  </a:lnTo>
                  <a:cubicBezTo>
                    <a:pt x="878840" y="4445"/>
                    <a:pt x="880745" y="6350"/>
                    <a:pt x="880745" y="8636"/>
                  </a:cubicBezTo>
                  <a:cubicBezTo>
                    <a:pt x="880745" y="10922"/>
                    <a:pt x="878840" y="12827"/>
                    <a:pt x="876554" y="128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071258" y="7402834"/>
            <a:ext cx="55402" cy="55363"/>
            <a:chOff x="0" y="0"/>
            <a:chExt cx="73869" cy="7381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-381" y="-381"/>
              <a:ext cx="74676" cy="74295"/>
            </a:xfrm>
            <a:custGeom>
              <a:avLst/>
              <a:gdLst/>
              <a:ahLst/>
              <a:cxnLst/>
              <a:rect r="r" b="b" t="t" l="l"/>
              <a:pathLst>
                <a:path h="74295" w="74676">
                  <a:moveTo>
                    <a:pt x="4572" y="74168"/>
                  </a:moveTo>
                  <a:cubicBezTo>
                    <a:pt x="3429" y="74168"/>
                    <a:pt x="2413" y="73787"/>
                    <a:pt x="1651" y="72898"/>
                  </a:cubicBezTo>
                  <a:cubicBezTo>
                    <a:pt x="0" y="71247"/>
                    <a:pt x="0" y="68580"/>
                    <a:pt x="1651" y="66929"/>
                  </a:cubicBezTo>
                  <a:lnTo>
                    <a:pt x="67056" y="1651"/>
                  </a:lnTo>
                  <a:cubicBezTo>
                    <a:pt x="68707" y="0"/>
                    <a:pt x="71374" y="0"/>
                    <a:pt x="73025" y="1651"/>
                  </a:cubicBezTo>
                  <a:cubicBezTo>
                    <a:pt x="74676" y="3302"/>
                    <a:pt x="74676" y="5969"/>
                    <a:pt x="73025" y="7620"/>
                  </a:cubicBezTo>
                  <a:lnTo>
                    <a:pt x="7493" y="73025"/>
                  </a:lnTo>
                  <a:cubicBezTo>
                    <a:pt x="6604" y="73787"/>
                    <a:pt x="5588" y="74295"/>
                    <a:pt x="4572" y="74295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071290" y="7402802"/>
            <a:ext cx="55339" cy="55426"/>
            <a:chOff x="0" y="0"/>
            <a:chExt cx="73786" cy="7390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-381" y="-381"/>
              <a:ext cx="74549" cy="74295"/>
            </a:xfrm>
            <a:custGeom>
              <a:avLst/>
              <a:gdLst/>
              <a:ahLst/>
              <a:cxnLst/>
              <a:rect r="r" b="b" t="t" l="l"/>
              <a:pathLst>
                <a:path h="74295" w="74549">
                  <a:moveTo>
                    <a:pt x="69977" y="74295"/>
                  </a:moveTo>
                  <a:cubicBezTo>
                    <a:pt x="68834" y="74295"/>
                    <a:pt x="67818" y="73914"/>
                    <a:pt x="67056" y="73025"/>
                  </a:cubicBezTo>
                  <a:lnTo>
                    <a:pt x="1651" y="7620"/>
                  </a:lnTo>
                  <a:cubicBezTo>
                    <a:pt x="0" y="5969"/>
                    <a:pt x="0" y="3302"/>
                    <a:pt x="1651" y="1651"/>
                  </a:cubicBezTo>
                  <a:cubicBezTo>
                    <a:pt x="3302" y="0"/>
                    <a:pt x="5842" y="0"/>
                    <a:pt x="7493" y="1651"/>
                  </a:cubicBezTo>
                  <a:lnTo>
                    <a:pt x="72898" y="67056"/>
                  </a:lnTo>
                  <a:cubicBezTo>
                    <a:pt x="74549" y="68707"/>
                    <a:pt x="74549" y="71374"/>
                    <a:pt x="72898" y="73025"/>
                  </a:cubicBezTo>
                  <a:cubicBezTo>
                    <a:pt x="72009" y="73787"/>
                    <a:pt x="70993" y="74295"/>
                    <a:pt x="69977" y="74295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70" id="70"/>
          <p:cNvGrpSpPr/>
          <p:nvPr/>
        </p:nvGrpSpPr>
        <p:grpSpPr>
          <a:xfrm rot="-2700000">
            <a:off x="7137959" y="7587010"/>
            <a:ext cx="416848" cy="416846"/>
            <a:chOff x="0" y="0"/>
            <a:chExt cx="555797" cy="55579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55752" cy="555752"/>
            </a:xfrm>
            <a:custGeom>
              <a:avLst/>
              <a:gdLst/>
              <a:ahLst/>
              <a:cxnLst/>
              <a:rect r="r" b="b" t="t" l="l"/>
              <a:pathLst>
                <a:path h="555752" w="555752">
                  <a:moveTo>
                    <a:pt x="555752" y="277876"/>
                  </a:moveTo>
                  <a:cubicBezTo>
                    <a:pt x="555752" y="431292"/>
                    <a:pt x="431292" y="555752"/>
                    <a:pt x="277876" y="555752"/>
                  </a:cubicBezTo>
                  <a:cubicBezTo>
                    <a:pt x="124460" y="555752"/>
                    <a:pt x="0" y="431419"/>
                    <a:pt x="0" y="277876"/>
                  </a:cubicBezTo>
                  <a:cubicBezTo>
                    <a:pt x="0" y="124333"/>
                    <a:pt x="124460" y="0"/>
                    <a:pt x="277876" y="0"/>
                  </a:cubicBezTo>
                  <a:cubicBezTo>
                    <a:pt x="431292" y="0"/>
                    <a:pt x="555752" y="124460"/>
                    <a:pt x="555752" y="277876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170253" y="7794920"/>
            <a:ext cx="238919" cy="120026"/>
            <a:chOff x="0" y="0"/>
            <a:chExt cx="318558" cy="16003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-381" y="-381"/>
              <a:ext cx="318897" cy="160401"/>
            </a:xfrm>
            <a:custGeom>
              <a:avLst/>
              <a:gdLst/>
              <a:ahLst/>
              <a:cxnLst/>
              <a:rect r="r" b="b" t="t" l="l"/>
              <a:pathLst>
                <a:path h="160401" w="318897">
                  <a:moveTo>
                    <a:pt x="381" y="160401"/>
                  </a:moveTo>
                  <a:lnTo>
                    <a:pt x="318897" y="158877"/>
                  </a:lnTo>
                  <a:cubicBezTo>
                    <a:pt x="318516" y="70993"/>
                    <a:pt x="246888" y="0"/>
                    <a:pt x="158877" y="381"/>
                  </a:cubicBezTo>
                  <a:cubicBezTo>
                    <a:pt x="70866" y="762"/>
                    <a:pt x="0" y="72517"/>
                    <a:pt x="381" y="160401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-4829399">
            <a:off x="7234930" y="7676734"/>
            <a:ext cx="108193" cy="108193"/>
            <a:chOff x="0" y="0"/>
            <a:chExt cx="144258" cy="14425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4272" cy="144272"/>
            </a:xfrm>
            <a:custGeom>
              <a:avLst/>
              <a:gdLst/>
              <a:ahLst/>
              <a:cxnLst/>
              <a:rect r="r" b="b" t="t" l="l"/>
              <a:pathLst>
                <a:path h="144272" w="144272">
                  <a:moveTo>
                    <a:pt x="144272" y="72136"/>
                  </a:moveTo>
                  <a:cubicBezTo>
                    <a:pt x="144272" y="112014"/>
                    <a:pt x="112014" y="144272"/>
                    <a:pt x="72136" y="144272"/>
                  </a:cubicBezTo>
                  <a:cubicBezTo>
                    <a:pt x="32258" y="144272"/>
                    <a:pt x="0" y="112014"/>
                    <a:pt x="0" y="72136"/>
                  </a:cubicBezTo>
                  <a:cubicBezTo>
                    <a:pt x="0" y="32258"/>
                    <a:pt x="32258" y="0"/>
                    <a:pt x="72136" y="0"/>
                  </a:cubicBezTo>
                  <a:cubicBezTo>
                    <a:pt x="112014" y="0"/>
                    <a:pt x="144272" y="32258"/>
                    <a:pt x="144272" y="72136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7929545" y="7844424"/>
            <a:ext cx="1068205" cy="420184"/>
          </a:xfrm>
          <a:custGeom>
            <a:avLst/>
            <a:gdLst/>
            <a:ahLst/>
            <a:cxnLst/>
            <a:rect r="r" b="b" t="t" l="l"/>
            <a:pathLst>
              <a:path h="420184" w="1068205">
                <a:moveTo>
                  <a:pt x="0" y="0"/>
                </a:moveTo>
                <a:lnTo>
                  <a:pt x="1068205" y="0"/>
                </a:lnTo>
                <a:lnTo>
                  <a:pt x="1068205" y="420184"/>
                </a:lnTo>
                <a:lnTo>
                  <a:pt x="0" y="4201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4341073" y="7785324"/>
            <a:ext cx="1991562" cy="315390"/>
          </a:xfrm>
          <a:custGeom>
            <a:avLst/>
            <a:gdLst/>
            <a:ahLst/>
            <a:cxnLst/>
            <a:rect r="r" b="b" t="t" l="l"/>
            <a:pathLst>
              <a:path h="315390" w="1991562">
                <a:moveTo>
                  <a:pt x="0" y="0"/>
                </a:moveTo>
                <a:lnTo>
                  <a:pt x="1991562" y="0"/>
                </a:lnTo>
                <a:lnTo>
                  <a:pt x="1991562" y="315390"/>
                </a:lnTo>
                <a:lnTo>
                  <a:pt x="0" y="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5834408" y="5668979"/>
            <a:ext cx="1399655" cy="2084592"/>
            <a:chOff x="0" y="0"/>
            <a:chExt cx="1866206" cy="27794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-64897"/>
              <a:ext cx="1928622" cy="2844292"/>
            </a:xfrm>
            <a:custGeom>
              <a:avLst/>
              <a:gdLst/>
              <a:ahLst/>
              <a:cxnLst/>
              <a:rect r="r" b="b" t="t" l="l"/>
              <a:pathLst>
                <a:path h="2844292" w="1928622">
                  <a:moveTo>
                    <a:pt x="948690" y="302387"/>
                  </a:moveTo>
                  <a:cubicBezTo>
                    <a:pt x="645160" y="1026287"/>
                    <a:pt x="0" y="2592451"/>
                    <a:pt x="0" y="2592451"/>
                  </a:cubicBezTo>
                  <a:lnTo>
                    <a:pt x="461645" y="2844292"/>
                  </a:lnTo>
                  <a:lnTo>
                    <a:pt x="1816608" y="711073"/>
                  </a:lnTo>
                  <a:cubicBezTo>
                    <a:pt x="1928622" y="540512"/>
                    <a:pt x="1843278" y="279400"/>
                    <a:pt x="1636395" y="147447"/>
                  </a:cubicBezTo>
                  <a:cubicBezTo>
                    <a:pt x="1404747" y="0"/>
                    <a:pt x="1054989" y="49149"/>
                    <a:pt x="948690" y="3023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0" id="80"/>
          <p:cNvSpPr/>
          <p:nvPr/>
        </p:nvSpPr>
        <p:spPr>
          <a:xfrm flipH="false" flipV="false" rot="0">
            <a:off x="5830410" y="5665867"/>
            <a:ext cx="1406746" cy="2091919"/>
          </a:xfrm>
          <a:custGeom>
            <a:avLst/>
            <a:gdLst/>
            <a:ahLst/>
            <a:cxnLst/>
            <a:rect r="r" b="b" t="t" l="l"/>
            <a:pathLst>
              <a:path h="2091919" w="1406746">
                <a:moveTo>
                  <a:pt x="0" y="0"/>
                </a:moveTo>
                <a:lnTo>
                  <a:pt x="1406746" y="0"/>
                </a:lnTo>
                <a:lnTo>
                  <a:pt x="1406746" y="2091919"/>
                </a:lnTo>
                <a:lnTo>
                  <a:pt x="0" y="2091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4799737" y="5514341"/>
            <a:ext cx="2498046" cy="2038736"/>
          </a:xfrm>
          <a:custGeom>
            <a:avLst/>
            <a:gdLst/>
            <a:ahLst/>
            <a:cxnLst/>
            <a:rect r="r" b="b" t="t" l="l"/>
            <a:pathLst>
              <a:path h="2038736" w="2498046">
                <a:moveTo>
                  <a:pt x="0" y="0"/>
                </a:moveTo>
                <a:lnTo>
                  <a:pt x="2498046" y="0"/>
                </a:lnTo>
                <a:lnTo>
                  <a:pt x="2498046" y="2038736"/>
                </a:lnTo>
                <a:lnTo>
                  <a:pt x="0" y="203873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4796598" y="5511158"/>
            <a:ext cx="2504250" cy="2046073"/>
          </a:xfrm>
          <a:custGeom>
            <a:avLst/>
            <a:gdLst/>
            <a:ahLst/>
            <a:cxnLst/>
            <a:rect r="r" b="b" t="t" l="l"/>
            <a:pathLst>
              <a:path h="2046073" w="2504250">
                <a:moveTo>
                  <a:pt x="0" y="0"/>
                </a:moveTo>
                <a:lnTo>
                  <a:pt x="2504250" y="0"/>
                </a:lnTo>
                <a:lnTo>
                  <a:pt x="2504250" y="2046074"/>
                </a:lnTo>
                <a:lnTo>
                  <a:pt x="0" y="20460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6057402" y="7602202"/>
            <a:ext cx="237281" cy="260254"/>
            <a:chOff x="0" y="0"/>
            <a:chExt cx="316374" cy="34700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-68707"/>
              <a:ext cx="316357" cy="415671"/>
            </a:xfrm>
            <a:custGeom>
              <a:avLst/>
              <a:gdLst/>
              <a:ahLst/>
              <a:cxnLst/>
              <a:rect r="r" b="b" t="t" l="l"/>
              <a:pathLst>
                <a:path h="415671" w="316357">
                  <a:moveTo>
                    <a:pt x="64135" y="150876"/>
                  </a:moveTo>
                  <a:cubicBezTo>
                    <a:pt x="65532" y="151511"/>
                    <a:pt x="147320" y="0"/>
                    <a:pt x="316357" y="106934"/>
                  </a:cubicBezTo>
                  <a:lnTo>
                    <a:pt x="223266" y="415671"/>
                  </a:lnTo>
                  <a:lnTo>
                    <a:pt x="0" y="240665"/>
                  </a:lnTo>
                  <a:lnTo>
                    <a:pt x="64135" y="15087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5556328" y="7461438"/>
            <a:ext cx="971422" cy="1051936"/>
          </a:xfrm>
          <a:custGeom>
            <a:avLst/>
            <a:gdLst/>
            <a:ahLst/>
            <a:cxnLst/>
            <a:rect r="r" b="b" t="t" l="l"/>
            <a:pathLst>
              <a:path h="1051936" w="971422">
                <a:moveTo>
                  <a:pt x="0" y="0"/>
                </a:moveTo>
                <a:lnTo>
                  <a:pt x="971421" y="0"/>
                </a:lnTo>
                <a:lnTo>
                  <a:pt x="971421" y="1051936"/>
                </a:lnTo>
                <a:lnTo>
                  <a:pt x="0" y="105193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5553156" y="7457033"/>
            <a:ext cx="977578" cy="1059488"/>
          </a:xfrm>
          <a:custGeom>
            <a:avLst/>
            <a:gdLst/>
            <a:ahLst/>
            <a:cxnLst/>
            <a:rect r="r" b="b" t="t" l="l"/>
            <a:pathLst>
              <a:path h="1059488" w="977578">
                <a:moveTo>
                  <a:pt x="0" y="0"/>
                </a:moveTo>
                <a:lnTo>
                  <a:pt x="977578" y="0"/>
                </a:lnTo>
                <a:lnTo>
                  <a:pt x="977578" y="1059488"/>
                </a:lnTo>
                <a:lnTo>
                  <a:pt x="0" y="105948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6129328" y="7868016"/>
            <a:ext cx="202576" cy="187288"/>
          </a:xfrm>
          <a:custGeom>
            <a:avLst/>
            <a:gdLst/>
            <a:ahLst/>
            <a:cxnLst/>
            <a:rect r="r" b="b" t="t" l="l"/>
            <a:pathLst>
              <a:path h="187288" w="202576">
                <a:moveTo>
                  <a:pt x="0" y="0"/>
                </a:moveTo>
                <a:lnTo>
                  <a:pt x="202575" y="0"/>
                </a:lnTo>
                <a:lnTo>
                  <a:pt x="202575" y="187288"/>
                </a:lnTo>
                <a:lnTo>
                  <a:pt x="0" y="18728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5556328" y="7744758"/>
            <a:ext cx="956975" cy="768614"/>
            <a:chOff x="0" y="0"/>
            <a:chExt cx="1275966" cy="102481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-8128" y="0"/>
              <a:ext cx="1284097" cy="1024763"/>
            </a:xfrm>
            <a:custGeom>
              <a:avLst/>
              <a:gdLst/>
              <a:ahLst/>
              <a:cxnLst/>
              <a:rect r="r" b="b" t="t" l="l"/>
              <a:pathLst>
                <a:path h="1024763" w="1284097">
                  <a:moveTo>
                    <a:pt x="1282954" y="938911"/>
                  </a:moveTo>
                  <a:lnTo>
                    <a:pt x="1221613" y="1024763"/>
                  </a:lnTo>
                  <a:lnTo>
                    <a:pt x="1185291" y="1024763"/>
                  </a:lnTo>
                  <a:cubicBezTo>
                    <a:pt x="1185291" y="1024763"/>
                    <a:pt x="446151" y="511810"/>
                    <a:pt x="446151" y="511810"/>
                  </a:cubicBezTo>
                  <a:lnTo>
                    <a:pt x="242570" y="340487"/>
                  </a:lnTo>
                  <a:lnTo>
                    <a:pt x="33401" y="216535"/>
                  </a:lnTo>
                  <a:cubicBezTo>
                    <a:pt x="6350" y="197485"/>
                    <a:pt x="0" y="160147"/>
                    <a:pt x="19177" y="133223"/>
                  </a:cubicBezTo>
                  <a:lnTo>
                    <a:pt x="114427" y="0"/>
                  </a:lnTo>
                  <a:cubicBezTo>
                    <a:pt x="114427" y="0"/>
                    <a:pt x="114427" y="0"/>
                    <a:pt x="114554" y="0"/>
                  </a:cubicBezTo>
                  <a:cubicBezTo>
                    <a:pt x="117602" y="1397"/>
                    <a:pt x="214249" y="43688"/>
                    <a:pt x="396748" y="227457"/>
                  </a:cubicBezTo>
                  <a:cubicBezTo>
                    <a:pt x="582295" y="414274"/>
                    <a:pt x="1284097" y="934085"/>
                    <a:pt x="1284097" y="934085"/>
                  </a:cubicBezTo>
                  <a:cubicBezTo>
                    <a:pt x="1284097" y="934085"/>
                    <a:pt x="1284097" y="934085"/>
                    <a:pt x="1284097" y="934212"/>
                  </a:cubicBezTo>
                  <a:cubicBezTo>
                    <a:pt x="1283335" y="937260"/>
                    <a:pt x="1282954" y="938911"/>
                    <a:pt x="1282954" y="9389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489526" y="5913368"/>
            <a:ext cx="773258" cy="2206476"/>
            <a:chOff x="0" y="0"/>
            <a:chExt cx="1031011" cy="29419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-49149" y="-9271"/>
              <a:ext cx="1080135" cy="2951226"/>
            </a:xfrm>
            <a:custGeom>
              <a:avLst/>
              <a:gdLst/>
              <a:ahLst/>
              <a:cxnLst/>
              <a:rect r="r" b="b" t="t" l="l"/>
              <a:pathLst>
                <a:path h="2951226" w="1080135">
                  <a:moveTo>
                    <a:pt x="57150" y="528701"/>
                  </a:moveTo>
                  <a:cubicBezTo>
                    <a:pt x="220218" y="1296670"/>
                    <a:pt x="582549" y="2951226"/>
                    <a:pt x="582549" y="2951226"/>
                  </a:cubicBezTo>
                  <a:lnTo>
                    <a:pt x="1080135" y="2848102"/>
                  </a:lnTo>
                  <a:lnTo>
                    <a:pt x="919226" y="416179"/>
                  </a:lnTo>
                  <a:cubicBezTo>
                    <a:pt x="914146" y="212090"/>
                    <a:pt x="779145" y="0"/>
                    <a:pt x="533908" y="9525"/>
                  </a:cubicBezTo>
                  <a:cubicBezTo>
                    <a:pt x="259461" y="20320"/>
                    <a:pt x="0" y="260096"/>
                    <a:pt x="57150" y="5287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6486479" y="5910223"/>
            <a:ext cx="779640" cy="2213336"/>
          </a:xfrm>
          <a:custGeom>
            <a:avLst/>
            <a:gdLst/>
            <a:ahLst/>
            <a:cxnLst/>
            <a:rect r="r" b="b" t="t" l="l"/>
            <a:pathLst>
              <a:path h="2213336" w="779640">
                <a:moveTo>
                  <a:pt x="0" y="0"/>
                </a:moveTo>
                <a:lnTo>
                  <a:pt x="779640" y="0"/>
                </a:lnTo>
                <a:lnTo>
                  <a:pt x="779640" y="2213337"/>
                </a:lnTo>
                <a:lnTo>
                  <a:pt x="0" y="221333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4582820" y="5506916"/>
            <a:ext cx="2720308" cy="2134873"/>
            <a:chOff x="0" y="0"/>
            <a:chExt cx="3627077" cy="284649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52578" y="-34544"/>
              <a:ext cx="3679698" cy="2880995"/>
            </a:xfrm>
            <a:custGeom>
              <a:avLst/>
              <a:gdLst/>
              <a:ahLst/>
              <a:cxnLst/>
              <a:rect r="r" b="b" t="t" l="l"/>
              <a:pathLst>
                <a:path h="2880995" w="3679698">
                  <a:moveTo>
                    <a:pt x="3679698" y="2829306"/>
                  </a:moveTo>
                  <a:lnTo>
                    <a:pt x="3477641" y="744728"/>
                  </a:lnTo>
                  <a:lnTo>
                    <a:pt x="3475101" y="744982"/>
                  </a:lnTo>
                  <a:cubicBezTo>
                    <a:pt x="3472434" y="720598"/>
                    <a:pt x="3467735" y="695960"/>
                    <a:pt x="3460877" y="671449"/>
                  </a:cubicBezTo>
                  <a:cubicBezTo>
                    <a:pt x="3408299" y="484759"/>
                    <a:pt x="3240786" y="353568"/>
                    <a:pt x="3046984" y="347091"/>
                  </a:cubicBezTo>
                  <a:lnTo>
                    <a:pt x="672338" y="39878"/>
                  </a:lnTo>
                  <a:cubicBezTo>
                    <a:pt x="387985" y="0"/>
                    <a:pt x="121666" y="187960"/>
                    <a:pt x="63881" y="469138"/>
                  </a:cubicBezTo>
                  <a:cubicBezTo>
                    <a:pt x="0" y="780161"/>
                    <a:pt x="214884" y="1079500"/>
                    <a:pt x="530098" y="1118362"/>
                  </a:cubicBezTo>
                  <a:cubicBezTo>
                    <a:pt x="1099185" y="1188466"/>
                    <a:pt x="1989963" y="1280033"/>
                    <a:pt x="2630551" y="1269111"/>
                  </a:cubicBezTo>
                  <a:lnTo>
                    <a:pt x="2928874" y="2880995"/>
                  </a:lnTo>
                  <a:lnTo>
                    <a:pt x="3679698" y="2829306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4579816" y="5503798"/>
            <a:ext cx="2726773" cy="2141328"/>
          </a:xfrm>
          <a:custGeom>
            <a:avLst/>
            <a:gdLst/>
            <a:ahLst/>
            <a:cxnLst/>
            <a:rect r="r" b="b" t="t" l="l"/>
            <a:pathLst>
              <a:path h="2141328" w="2726773">
                <a:moveTo>
                  <a:pt x="0" y="0"/>
                </a:moveTo>
                <a:lnTo>
                  <a:pt x="2726773" y="0"/>
                </a:lnTo>
                <a:lnTo>
                  <a:pt x="2726773" y="2141328"/>
                </a:lnTo>
                <a:lnTo>
                  <a:pt x="0" y="214132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7131923" y="7854368"/>
            <a:ext cx="212618" cy="229004"/>
            <a:chOff x="0" y="0"/>
            <a:chExt cx="283491" cy="30533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20066" y="0"/>
              <a:ext cx="303530" cy="305308"/>
            </a:xfrm>
            <a:custGeom>
              <a:avLst/>
              <a:gdLst/>
              <a:ahLst/>
              <a:cxnLst/>
              <a:rect r="r" b="b" t="t" l="l"/>
              <a:pathLst>
                <a:path h="305308" w="303530">
                  <a:moveTo>
                    <a:pt x="20066" y="182372"/>
                  </a:moveTo>
                  <a:cubicBezTo>
                    <a:pt x="21590" y="182118"/>
                    <a:pt x="0" y="11303"/>
                    <a:pt x="199771" y="0"/>
                  </a:cubicBezTo>
                  <a:lnTo>
                    <a:pt x="303530" y="305308"/>
                  </a:lnTo>
                  <a:lnTo>
                    <a:pt x="20066" y="292735"/>
                  </a:lnTo>
                  <a:lnTo>
                    <a:pt x="20066" y="18249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797128" y="7965865"/>
            <a:ext cx="1122460" cy="531805"/>
            <a:chOff x="0" y="0"/>
            <a:chExt cx="1496613" cy="70907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96568" cy="709041"/>
            </a:xfrm>
            <a:custGeom>
              <a:avLst/>
              <a:gdLst/>
              <a:ahLst/>
              <a:cxnLst/>
              <a:rect r="r" b="b" t="t" l="l"/>
              <a:pathLst>
                <a:path h="709041" w="1496568">
                  <a:moveTo>
                    <a:pt x="1496568" y="569976"/>
                  </a:moveTo>
                  <a:lnTo>
                    <a:pt x="1496568" y="675513"/>
                  </a:lnTo>
                  <a:lnTo>
                    <a:pt x="1466977" y="696595"/>
                  </a:lnTo>
                  <a:lnTo>
                    <a:pt x="567309" y="709041"/>
                  </a:lnTo>
                  <a:lnTo>
                    <a:pt x="302260" y="687959"/>
                  </a:lnTo>
                  <a:lnTo>
                    <a:pt x="59944" y="708660"/>
                  </a:lnTo>
                  <a:cubicBezTo>
                    <a:pt x="26924" y="709041"/>
                    <a:pt x="0" y="682244"/>
                    <a:pt x="0" y="649224"/>
                  </a:cubicBezTo>
                  <a:lnTo>
                    <a:pt x="0" y="485521"/>
                  </a:lnTo>
                  <a:cubicBezTo>
                    <a:pt x="0" y="485521"/>
                    <a:pt x="0" y="485521"/>
                    <a:pt x="127" y="485521"/>
                  </a:cubicBezTo>
                  <a:lnTo>
                    <a:pt x="29591" y="464439"/>
                  </a:lnTo>
                  <a:lnTo>
                    <a:pt x="29591" y="0"/>
                  </a:lnTo>
                  <a:lnTo>
                    <a:pt x="685546" y="3937"/>
                  </a:lnTo>
                  <a:lnTo>
                    <a:pt x="768731" y="130048"/>
                  </a:lnTo>
                  <a:lnTo>
                    <a:pt x="1122934" y="337820"/>
                  </a:lnTo>
                  <a:cubicBezTo>
                    <a:pt x="1122934" y="337820"/>
                    <a:pt x="1424813" y="456057"/>
                    <a:pt x="1437513" y="456057"/>
                  </a:cubicBezTo>
                  <a:cubicBezTo>
                    <a:pt x="1448689" y="456057"/>
                    <a:pt x="1486027" y="544195"/>
                    <a:pt x="1494790" y="565404"/>
                  </a:cubicBezTo>
                  <a:cubicBezTo>
                    <a:pt x="1494790" y="565404"/>
                    <a:pt x="1494790" y="565404"/>
                    <a:pt x="1494790" y="565531"/>
                  </a:cubicBezTo>
                  <a:cubicBezTo>
                    <a:pt x="1495933" y="568452"/>
                    <a:pt x="1496568" y="570103"/>
                    <a:pt x="1496568" y="5701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0" id="100"/>
          <p:cNvSpPr/>
          <p:nvPr/>
        </p:nvSpPr>
        <p:spPr>
          <a:xfrm flipH="false" flipV="false" rot="0">
            <a:off x="6793981" y="7962654"/>
            <a:ext cx="1128752" cy="538162"/>
          </a:xfrm>
          <a:custGeom>
            <a:avLst/>
            <a:gdLst/>
            <a:ahLst/>
            <a:cxnLst/>
            <a:rect r="r" b="b" t="t" l="l"/>
            <a:pathLst>
              <a:path h="538162" w="1128752">
                <a:moveTo>
                  <a:pt x="0" y="0"/>
                </a:moveTo>
                <a:lnTo>
                  <a:pt x="1128753" y="0"/>
                </a:lnTo>
                <a:lnTo>
                  <a:pt x="1128753" y="538162"/>
                </a:lnTo>
                <a:lnTo>
                  <a:pt x="0" y="53816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7269426" y="8070767"/>
            <a:ext cx="262072" cy="174278"/>
          </a:xfrm>
          <a:custGeom>
            <a:avLst/>
            <a:gdLst/>
            <a:ahLst/>
            <a:cxnLst/>
            <a:rect r="r" b="b" t="t" l="l"/>
            <a:pathLst>
              <a:path h="174278" w="262072">
                <a:moveTo>
                  <a:pt x="0" y="0"/>
                </a:moveTo>
                <a:lnTo>
                  <a:pt x="262072" y="0"/>
                </a:lnTo>
                <a:lnTo>
                  <a:pt x="262072" y="174278"/>
                </a:lnTo>
                <a:lnTo>
                  <a:pt x="0" y="17427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6797128" y="8325401"/>
            <a:ext cx="1122460" cy="172270"/>
            <a:chOff x="0" y="0"/>
            <a:chExt cx="1496613" cy="22969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-16383"/>
              <a:ext cx="1496568" cy="245999"/>
            </a:xfrm>
            <a:custGeom>
              <a:avLst/>
              <a:gdLst/>
              <a:ahLst/>
              <a:cxnLst/>
              <a:rect r="r" b="b" t="t" l="l"/>
              <a:pathLst>
                <a:path h="245999" w="1496568">
                  <a:moveTo>
                    <a:pt x="1496568" y="106934"/>
                  </a:moveTo>
                  <a:lnTo>
                    <a:pt x="1496568" y="212471"/>
                  </a:lnTo>
                  <a:lnTo>
                    <a:pt x="1466977" y="233553"/>
                  </a:lnTo>
                  <a:lnTo>
                    <a:pt x="567309" y="245999"/>
                  </a:lnTo>
                  <a:lnTo>
                    <a:pt x="302260" y="224917"/>
                  </a:lnTo>
                  <a:lnTo>
                    <a:pt x="59944" y="245745"/>
                  </a:lnTo>
                  <a:cubicBezTo>
                    <a:pt x="26924" y="245999"/>
                    <a:pt x="0" y="219202"/>
                    <a:pt x="0" y="186182"/>
                  </a:cubicBezTo>
                  <a:lnTo>
                    <a:pt x="0" y="22479"/>
                  </a:lnTo>
                  <a:cubicBezTo>
                    <a:pt x="0" y="22479"/>
                    <a:pt x="0" y="22479"/>
                    <a:pt x="127" y="22479"/>
                  </a:cubicBezTo>
                  <a:cubicBezTo>
                    <a:pt x="3302" y="21717"/>
                    <a:pt x="106553" y="0"/>
                    <a:pt x="361950" y="43434"/>
                  </a:cubicBezTo>
                  <a:cubicBezTo>
                    <a:pt x="621538" y="87630"/>
                    <a:pt x="1494790" y="102362"/>
                    <a:pt x="1494790" y="102362"/>
                  </a:cubicBezTo>
                  <a:cubicBezTo>
                    <a:pt x="1494790" y="102362"/>
                    <a:pt x="1494790" y="102362"/>
                    <a:pt x="1494790" y="102489"/>
                  </a:cubicBezTo>
                  <a:cubicBezTo>
                    <a:pt x="1495933" y="105410"/>
                    <a:pt x="1496568" y="107061"/>
                    <a:pt x="1496568" y="1070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275380" y="3290460"/>
            <a:ext cx="490831" cy="631950"/>
            <a:chOff x="0" y="0"/>
            <a:chExt cx="654442" cy="842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-36068"/>
              <a:ext cx="654431" cy="886714"/>
            </a:xfrm>
            <a:custGeom>
              <a:avLst/>
              <a:gdLst/>
              <a:ahLst/>
              <a:cxnLst/>
              <a:rect r="r" b="b" t="t" l="l"/>
              <a:pathLst>
                <a:path h="886714" w="654431">
                  <a:moveTo>
                    <a:pt x="0" y="574802"/>
                  </a:moveTo>
                  <a:cubicBezTo>
                    <a:pt x="10033" y="563372"/>
                    <a:pt x="324993" y="76962"/>
                    <a:pt x="355727" y="38481"/>
                  </a:cubicBezTo>
                  <a:cubicBezTo>
                    <a:pt x="386461" y="0"/>
                    <a:pt x="654431" y="432943"/>
                    <a:pt x="654431" y="432943"/>
                  </a:cubicBezTo>
                  <a:cubicBezTo>
                    <a:pt x="654431" y="432943"/>
                    <a:pt x="411607" y="886714"/>
                    <a:pt x="382778" y="878586"/>
                  </a:cubicBezTo>
                  <a:cubicBezTo>
                    <a:pt x="353949" y="870458"/>
                    <a:pt x="0" y="574802"/>
                    <a:pt x="0" y="5748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6" id="106"/>
          <p:cNvSpPr/>
          <p:nvPr/>
        </p:nvSpPr>
        <p:spPr>
          <a:xfrm flipH="false" flipV="false" rot="0">
            <a:off x="5270912" y="3287256"/>
            <a:ext cx="498952" cy="638377"/>
          </a:xfrm>
          <a:custGeom>
            <a:avLst/>
            <a:gdLst/>
            <a:ahLst/>
            <a:cxnLst/>
            <a:rect r="r" b="b" t="t" l="l"/>
            <a:pathLst>
              <a:path h="638377" w="498952">
                <a:moveTo>
                  <a:pt x="0" y="0"/>
                </a:moveTo>
                <a:lnTo>
                  <a:pt x="498952" y="0"/>
                </a:lnTo>
                <a:lnTo>
                  <a:pt x="498952" y="638377"/>
                </a:lnTo>
                <a:lnTo>
                  <a:pt x="0" y="6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5539738" y="2959914"/>
            <a:ext cx="552412" cy="773048"/>
          </a:xfrm>
          <a:custGeom>
            <a:avLst/>
            <a:gdLst/>
            <a:ahLst/>
            <a:cxnLst/>
            <a:rect r="r" b="b" t="t" l="l"/>
            <a:pathLst>
              <a:path h="773048" w="552412">
                <a:moveTo>
                  <a:pt x="0" y="0"/>
                </a:moveTo>
                <a:lnTo>
                  <a:pt x="552411" y="0"/>
                </a:lnTo>
                <a:lnTo>
                  <a:pt x="552411" y="773048"/>
                </a:lnTo>
                <a:lnTo>
                  <a:pt x="0" y="773048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5994734" y="3349675"/>
            <a:ext cx="33002" cy="45475"/>
            <a:chOff x="0" y="0"/>
            <a:chExt cx="44003" cy="6063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-3175" y="-3048"/>
              <a:ext cx="50292" cy="66802"/>
            </a:xfrm>
            <a:custGeom>
              <a:avLst/>
              <a:gdLst/>
              <a:ahLst/>
              <a:cxnLst/>
              <a:rect r="r" b="b" t="t" l="l"/>
              <a:pathLst>
                <a:path h="66802" w="50292">
                  <a:moveTo>
                    <a:pt x="44323" y="40386"/>
                  </a:moveTo>
                  <a:cubicBezTo>
                    <a:pt x="38354" y="56642"/>
                    <a:pt x="25019" y="66802"/>
                    <a:pt x="14351" y="62865"/>
                  </a:cubicBezTo>
                  <a:cubicBezTo>
                    <a:pt x="3683" y="58928"/>
                    <a:pt x="0" y="42672"/>
                    <a:pt x="5969" y="26289"/>
                  </a:cubicBezTo>
                  <a:cubicBezTo>
                    <a:pt x="11938" y="9906"/>
                    <a:pt x="25400" y="0"/>
                    <a:pt x="35941" y="3937"/>
                  </a:cubicBezTo>
                  <a:cubicBezTo>
                    <a:pt x="46482" y="7874"/>
                    <a:pt x="50292" y="24130"/>
                    <a:pt x="44323" y="4038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0" id="110"/>
          <p:cNvSpPr/>
          <p:nvPr/>
        </p:nvSpPr>
        <p:spPr>
          <a:xfrm flipH="false" flipV="false" rot="0">
            <a:off x="5414760" y="2847862"/>
            <a:ext cx="855325" cy="610936"/>
          </a:xfrm>
          <a:custGeom>
            <a:avLst/>
            <a:gdLst/>
            <a:ahLst/>
            <a:cxnLst/>
            <a:rect r="r" b="b" t="t" l="l"/>
            <a:pathLst>
              <a:path h="610936" w="855325">
                <a:moveTo>
                  <a:pt x="0" y="0"/>
                </a:moveTo>
                <a:lnTo>
                  <a:pt x="855325" y="0"/>
                </a:lnTo>
                <a:lnTo>
                  <a:pt x="855325" y="610935"/>
                </a:lnTo>
                <a:lnTo>
                  <a:pt x="0" y="610935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5633468" y="3232795"/>
            <a:ext cx="191906" cy="222215"/>
            <a:chOff x="0" y="0"/>
            <a:chExt cx="255875" cy="29628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65532" y="-36068"/>
              <a:ext cx="321437" cy="351409"/>
            </a:xfrm>
            <a:custGeom>
              <a:avLst/>
              <a:gdLst/>
              <a:ahLst/>
              <a:cxnLst/>
              <a:rect r="r" b="b" t="t" l="l"/>
              <a:pathLst>
                <a:path h="351409" w="321437">
                  <a:moveTo>
                    <a:pt x="321437" y="133223"/>
                  </a:moveTo>
                  <a:cubicBezTo>
                    <a:pt x="321437" y="133223"/>
                    <a:pt x="270764" y="0"/>
                    <a:pt x="158115" y="45593"/>
                  </a:cubicBezTo>
                  <a:cubicBezTo>
                    <a:pt x="0" y="109728"/>
                    <a:pt x="71882" y="310515"/>
                    <a:pt x="170434" y="330962"/>
                  </a:cubicBezTo>
                  <a:cubicBezTo>
                    <a:pt x="268986" y="351409"/>
                    <a:pt x="321437" y="133223"/>
                    <a:pt x="321437" y="1332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3" id="113"/>
          <p:cNvSpPr/>
          <p:nvPr/>
        </p:nvSpPr>
        <p:spPr>
          <a:xfrm flipH="false" flipV="false" rot="0">
            <a:off x="5640185" y="3095697"/>
            <a:ext cx="525392" cy="522385"/>
          </a:xfrm>
          <a:custGeom>
            <a:avLst/>
            <a:gdLst/>
            <a:ahLst/>
            <a:cxnLst/>
            <a:rect r="r" b="b" t="t" l="l"/>
            <a:pathLst>
              <a:path h="522385" w="525392">
                <a:moveTo>
                  <a:pt x="0" y="0"/>
                </a:moveTo>
                <a:lnTo>
                  <a:pt x="525393" y="0"/>
                </a:lnTo>
                <a:lnTo>
                  <a:pt x="525393" y="522384"/>
                </a:lnTo>
                <a:lnTo>
                  <a:pt x="0" y="52238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5630861" y="2966785"/>
            <a:ext cx="464416" cy="766946"/>
          </a:xfrm>
          <a:custGeom>
            <a:avLst/>
            <a:gdLst/>
            <a:ahLst/>
            <a:cxnLst/>
            <a:rect r="r" b="b" t="t" l="l"/>
            <a:pathLst>
              <a:path h="766946" w="464416">
                <a:moveTo>
                  <a:pt x="0" y="0"/>
                </a:moveTo>
                <a:lnTo>
                  <a:pt x="464415" y="0"/>
                </a:lnTo>
                <a:lnTo>
                  <a:pt x="464415" y="766947"/>
                </a:lnTo>
                <a:lnTo>
                  <a:pt x="0" y="76694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6195953" y="4512917"/>
            <a:ext cx="1539560" cy="1061629"/>
          </a:xfrm>
          <a:custGeom>
            <a:avLst/>
            <a:gdLst/>
            <a:ahLst/>
            <a:cxnLst/>
            <a:rect r="r" b="b" t="t" l="l"/>
            <a:pathLst>
              <a:path h="1061629" w="1539560">
                <a:moveTo>
                  <a:pt x="0" y="0"/>
                </a:moveTo>
                <a:lnTo>
                  <a:pt x="1539560" y="0"/>
                </a:lnTo>
                <a:lnTo>
                  <a:pt x="1539560" y="1061629"/>
                </a:lnTo>
                <a:lnTo>
                  <a:pt x="0" y="1061629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4458240" y="3648858"/>
            <a:ext cx="1405655" cy="2122466"/>
            <a:chOff x="0" y="0"/>
            <a:chExt cx="1874206" cy="282995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874139" cy="2951607"/>
            </a:xfrm>
            <a:custGeom>
              <a:avLst/>
              <a:gdLst/>
              <a:ahLst/>
              <a:cxnLst/>
              <a:rect r="r" b="b" t="t" l="l"/>
              <a:pathLst>
                <a:path h="2951607" w="1874139">
                  <a:moveTo>
                    <a:pt x="1109091" y="0"/>
                  </a:moveTo>
                  <a:lnTo>
                    <a:pt x="1563497" y="239395"/>
                  </a:lnTo>
                  <a:cubicBezTo>
                    <a:pt x="1563497" y="239395"/>
                    <a:pt x="1574419" y="244983"/>
                    <a:pt x="1618488" y="354838"/>
                  </a:cubicBezTo>
                  <a:cubicBezTo>
                    <a:pt x="1757299" y="701421"/>
                    <a:pt x="1823974" y="1283208"/>
                    <a:pt x="1805432" y="1434973"/>
                  </a:cubicBezTo>
                  <a:cubicBezTo>
                    <a:pt x="1789049" y="1568069"/>
                    <a:pt x="1865122" y="2272665"/>
                    <a:pt x="1865122" y="2272665"/>
                  </a:cubicBezTo>
                  <a:lnTo>
                    <a:pt x="1874139" y="2619629"/>
                  </a:lnTo>
                  <a:cubicBezTo>
                    <a:pt x="1359662" y="2951607"/>
                    <a:pt x="716915" y="2809621"/>
                    <a:pt x="87376" y="2735199"/>
                  </a:cubicBezTo>
                  <a:lnTo>
                    <a:pt x="0" y="2724785"/>
                  </a:lnTo>
                  <a:cubicBezTo>
                    <a:pt x="0" y="2724785"/>
                    <a:pt x="430403" y="1122553"/>
                    <a:pt x="524764" y="864870"/>
                  </a:cubicBezTo>
                  <a:cubicBezTo>
                    <a:pt x="619125" y="607187"/>
                    <a:pt x="930910" y="10414"/>
                    <a:pt x="11090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5187360" y="3605508"/>
            <a:ext cx="444540" cy="366354"/>
            <a:chOff x="0" y="0"/>
            <a:chExt cx="592720" cy="48847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-127" y="-2921"/>
              <a:ext cx="592709" cy="491363"/>
            </a:xfrm>
            <a:custGeom>
              <a:avLst/>
              <a:gdLst/>
              <a:ahLst/>
              <a:cxnLst/>
              <a:rect r="r" b="b" t="t" l="l"/>
              <a:pathLst>
                <a:path h="491363" w="592709">
                  <a:moveTo>
                    <a:pt x="145161" y="2921"/>
                  </a:moveTo>
                  <a:cubicBezTo>
                    <a:pt x="159512" y="0"/>
                    <a:pt x="591439" y="300101"/>
                    <a:pt x="591439" y="300101"/>
                  </a:cubicBezTo>
                  <a:lnTo>
                    <a:pt x="592709" y="491363"/>
                  </a:lnTo>
                  <a:cubicBezTo>
                    <a:pt x="592709" y="491363"/>
                    <a:pt x="315976" y="155067"/>
                    <a:pt x="0" y="160655"/>
                  </a:cubicBezTo>
                  <a:cubicBezTo>
                    <a:pt x="127" y="160655"/>
                    <a:pt x="12319" y="30226"/>
                    <a:pt x="145288" y="29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5183867" y="3602353"/>
            <a:ext cx="451212" cy="378383"/>
          </a:xfrm>
          <a:custGeom>
            <a:avLst/>
            <a:gdLst/>
            <a:ahLst/>
            <a:cxnLst/>
            <a:rect r="r" b="b" t="t" l="l"/>
            <a:pathLst>
              <a:path h="378383" w="451212">
                <a:moveTo>
                  <a:pt x="0" y="0"/>
                </a:moveTo>
                <a:lnTo>
                  <a:pt x="451212" y="0"/>
                </a:lnTo>
                <a:lnTo>
                  <a:pt x="451212" y="378383"/>
                </a:lnTo>
                <a:lnTo>
                  <a:pt x="0" y="378383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4977520" y="4896253"/>
            <a:ext cx="1785848" cy="799351"/>
          </a:xfrm>
          <a:custGeom>
            <a:avLst/>
            <a:gdLst/>
            <a:ahLst/>
            <a:cxnLst/>
            <a:rect r="r" b="b" t="t" l="l"/>
            <a:pathLst>
              <a:path h="799351" w="1785848">
                <a:moveTo>
                  <a:pt x="0" y="0"/>
                </a:moveTo>
                <a:lnTo>
                  <a:pt x="1785848" y="0"/>
                </a:lnTo>
                <a:lnTo>
                  <a:pt x="1785848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4971918" y="4892288"/>
            <a:ext cx="1794647" cy="806472"/>
          </a:xfrm>
          <a:custGeom>
            <a:avLst/>
            <a:gdLst/>
            <a:ahLst/>
            <a:cxnLst/>
            <a:rect r="r" b="b" t="t" l="l"/>
            <a:pathLst>
              <a:path h="806472" w="1794647">
                <a:moveTo>
                  <a:pt x="0" y="0"/>
                </a:moveTo>
                <a:lnTo>
                  <a:pt x="1794647" y="0"/>
                </a:lnTo>
                <a:lnTo>
                  <a:pt x="1794647" y="806472"/>
                </a:lnTo>
                <a:lnTo>
                  <a:pt x="0" y="806472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6448853" y="5369154"/>
            <a:ext cx="278285" cy="149537"/>
            <a:chOff x="0" y="0"/>
            <a:chExt cx="371046" cy="19938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-12446"/>
              <a:ext cx="371094" cy="211963"/>
            </a:xfrm>
            <a:custGeom>
              <a:avLst/>
              <a:gdLst/>
              <a:ahLst/>
              <a:cxnLst/>
              <a:rect r="r" b="b" t="t" l="l"/>
              <a:pathLst>
                <a:path h="211963" w="371094">
                  <a:moveTo>
                    <a:pt x="364363" y="211709"/>
                  </a:moveTo>
                  <a:cubicBezTo>
                    <a:pt x="363220" y="210058"/>
                    <a:pt x="245618" y="52578"/>
                    <a:pt x="208788" y="32258"/>
                  </a:cubicBezTo>
                  <a:cubicBezTo>
                    <a:pt x="165989" y="8636"/>
                    <a:pt x="2667" y="28829"/>
                    <a:pt x="1016" y="29083"/>
                  </a:cubicBezTo>
                  <a:lnTo>
                    <a:pt x="0" y="20701"/>
                  </a:lnTo>
                  <a:cubicBezTo>
                    <a:pt x="6858" y="19939"/>
                    <a:pt x="167640" y="0"/>
                    <a:pt x="212852" y="25019"/>
                  </a:cubicBezTo>
                  <a:cubicBezTo>
                    <a:pt x="251206" y="46228"/>
                    <a:pt x="366141" y="200279"/>
                    <a:pt x="371094" y="206883"/>
                  </a:cubicBezTo>
                  <a:lnTo>
                    <a:pt x="364363" y="21196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420782" y="5437727"/>
            <a:ext cx="248075" cy="121025"/>
            <a:chOff x="0" y="0"/>
            <a:chExt cx="330766" cy="16136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-13462"/>
              <a:ext cx="330708" cy="174879"/>
            </a:xfrm>
            <a:custGeom>
              <a:avLst/>
              <a:gdLst/>
              <a:ahLst/>
              <a:cxnLst/>
              <a:rect r="r" b="b" t="t" l="l"/>
              <a:pathLst>
                <a:path h="174879" w="330708">
                  <a:moveTo>
                    <a:pt x="324993" y="174879"/>
                  </a:moveTo>
                  <a:cubicBezTo>
                    <a:pt x="323723" y="173609"/>
                    <a:pt x="198374" y="52959"/>
                    <a:pt x="161290" y="32512"/>
                  </a:cubicBezTo>
                  <a:cubicBezTo>
                    <a:pt x="118618" y="8890"/>
                    <a:pt x="2794" y="32131"/>
                    <a:pt x="1651" y="32385"/>
                  </a:cubicBezTo>
                  <a:lnTo>
                    <a:pt x="0" y="24130"/>
                  </a:lnTo>
                  <a:cubicBezTo>
                    <a:pt x="4826" y="23114"/>
                    <a:pt x="120015" y="0"/>
                    <a:pt x="165227" y="25146"/>
                  </a:cubicBezTo>
                  <a:cubicBezTo>
                    <a:pt x="203200" y="46228"/>
                    <a:pt x="325501" y="163830"/>
                    <a:pt x="330708" y="168783"/>
                  </a:cubicBezTo>
                  <a:lnTo>
                    <a:pt x="324866" y="17487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6372098" y="5506846"/>
            <a:ext cx="270450" cy="107827"/>
            <a:chOff x="0" y="0"/>
            <a:chExt cx="360600" cy="14377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-14478"/>
              <a:ext cx="360553" cy="158242"/>
            </a:xfrm>
            <a:custGeom>
              <a:avLst/>
              <a:gdLst/>
              <a:ahLst/>
              <a:cxnLst/>
              <a:rect r="r" b="b" t="t" l="l"/>
              <a:pathLst>
                <a:path h="158242" w="360553">
                  <a:moveTo>
                    <a:pt x="356108" y="158242"/>
                  </a:moveTo>
                  <a:cubicBezTo>
                    <a:pt x="354457" y="157226"/>
                    <a:pt x="191770" y="53213"/>
                    <a:pt x="154305" y="32512"/>
                  </a:cubicBezTo>
                  <a:cubicBezTo>
                    <a:pt x="111760" y="9017"/>
                    <a:pt x="3175" y="36068"/>
                    <a:pt x="2032" y="36322"/>
                  </a:cubicBezTo>
                  <a:lnTo>
                    <a:pt x="0" y="28194"/>
                  </a:lnTo>
                  <a:cubicBezTo>
                    <a:pt x="4572" y="27051"/>
                    <a:pt x="113030" y="0"/>
                    <a:pt x="158369" y="25146"/>
                  </a:cubicBezTo>
                  <a:cubicBezTo>
                    <a:pt x="195961" y="45974"/>
                    <a:pt x="358902" y="150114"/>
                    <a:pt x="360553" y="151130"/>
                  </a:cubicBezTo>
                  <a:lnTo>
                    <a:pt x="355981" y="15824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34553" y="4756055"/>
            <a:ext cx="709798" cy="720089"/>
            <a:chOff x="0" y="0"/>
            <a:chExt cx="946397" cy="96011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46404" cy="960120"/>
            </a:xfrm>
            <a:custGeom>
              <a:avLst/>
              <a:gdLst/>
              <a:ahLst/>
              <a:cxnLst/>
              <a:rect r="r" b="b" t="t" l="l"/>
              <a:pathLst>
                <a:path h="960120" w="946404">
                  <a:moveTo>
                    <a:pt x="327406" y="0"/>
                  </a:moveTo>
                  <a:lnTo>
                    <a:pt x="946404" y="329438"/>
                  </a:lnTo>
                  <a:lnTo>
                    <a:pt x="716153" y="960120"/>
                  </a:lnTo>
                  <a:lnTo>
                    <a:pt x="0" y="640969"/>
                  </a:lnTo>
                  <a:lnTo>
                    <a:pt x="32740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254610" y="4937950"/>
            <a:ext cx="410930" cy="601102"/>
            <a:chOff x="0" y="0"/>
            <a:chExt cx="547907" cy="80146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47878" cy="801497"/>
            </a:xfrm>
            <a:custGeom>
              <a:avLst/>
              <a:gdLst/>
              <a:ahLst/>
              <a:cxnLst/>
              <a:rect r="r" b="b" t="t" l="l"/>
              <a:pathLst>
                <a:path h="801497" w="547878">
                  <a:moveTo>
                    <a:pt x="0" y="690372"/>
                  </a:moveTo>
                  <a:lnTo>
                    <a:pt x="309753" y="801497"/>
                  </a:lnTo>
                  <a:lnTo>
                    <a:pt x="547878" y="124841"/>
                  </a:lnTo>
                  <a:lnTo>
                    <a:pt x="267335" y="0"/>
                  </a:lnTo>
                  <a:lnTo>
                    <a:pt x="0" y="69037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3" id="133"/>
          <p:cNvSpPr/>
          <p:nvPr/>
        </p:nvSpPr>
        <p:spPr>
          <a:xfrm flipH="false" flipV="false" rot="0">
            <a:off x="5338915" y="5381312"/>
            <a:ext cx="72458" cy="72456"/>
          </a:xfrm>
          <a:custGeom>
            <a:avLst/>
            <a:gdLst/>
            <a:ahLst/>
            <a:cxnLst/>
            <a:rect r="r" b="b" t="t" l="l"/>
            <a:pathLst>
              <a:path h="72456" w="72458">
                <a:moveTo>
                  <a:pt x="0" y="0"/>
                </a:moveTo>
                <a:lnTo>
                  <a:pt x="72459" y="0"/>
                </a:lnTo>
                <a:lnTo>
                  <a:pt x="72459" y="72456"/>
                </a:lnTo>
                <a:lnTo>
                  <a:pt x="0" y="72456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4" id="134"/>
          <p:cNvGrpSpPr/>
          <p:nvPr/>
        </p:nvGrpSpPr>
        <p:grpSpPr>
          <a:xfrm rot="0">
            <a:off x="5250520" y="4933734"/>
            <a:ext cx="293140" cy="608309"/>
            <a:chOff x="0" y="0"/>
            <a:chExt cx="390853" cy="81107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90779" cy="811022"/>
            </a:xfrm>
            <a:custGeom>
              <a:avLst/>
              <a:gdLst/>
              <a:ahLst/>
              <a:cxnLst/>
              <a:rect r="r" b="b" t="t" l="l"/>
              <a:pathLst>
                <a:path h="811022" w="390779">
                  <a:moveTo>
                    <a:pt x="313944" y="811022"/>
                  </a:moveTo>
                  <a:lnTo>
                    <a:pt x="173482" y="765556"/>
                  </a:lnTo>
                  <a:lnTo>
                    <a:pt x="0" y="698373"/>
                  </a:lnTo>
                  <a:lnTo>
                    <a:pt x="270383" y="0"/>
                  </a:lnTo>
                  <a:lnTo>
                    <a:pt x="390779" y="53594"/>
                  </a:lnTo>
                  <a:lnTo>
                    <a:pt x="240030" y="430784"/>
                  </a:lnTo>
                  <a:lnTo>
                    <a:pt x="232283" y="427736"/>
                  </a:lnTo>
                  <a:lnTo>
                    <a:pt x="380111" y="57912"/>
                  </a:lnTo>
                  <a:lnTo>
                    <a:pt x="275082" y="11303"/>
                  </a:lnTo>
                  <a:lnTo>
                    <a:pt x="10922" y="693547"/>
                  </a:lnTo>
                  <a:lnTo>
                    <a:pt x="176276" y="757555"/>
                  </a:lnTo>
                  <a:lnTo>
                    <a:pt x="316484" y="803021"/>
                  </a:lnTo>
                  <a:lnTo>
                    <a:pt x="313944" y="81102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4676652" y="3798713"/>
            <a:ext cx="853591" cy="1460161"/>
            <a:chOff x="0" y="0"/>
            <a:chExt cx="1138122" cy="194688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-42799" y="-54483"/>
              <a:ext cx="1220724" cy="2049145"/>
            </a:xfrm>
            <a:custGeom>
              <a:avLst/>
              <a:gdLst/>
              <a:ahLst/>
              <a:cxnLst/>
              <a:rect r="r" b="b" t="t" l="l"/>
              <a:pathLst>
                <a:path h="2049145" w="1220724">
                  <a:moveTo>
                    <a:pt x="483743" y="299212"/>
                  </a:moveTo>
                  <a:lnTo>
                    <a:pt x="61341" y="1528953"/>
                  </a:lnTo>
                  <a:cubicBezTo>
                    <a:pt x="0" y="1712976"/>
                    <a:pt x="95885" y="1912366"/>
                    <a:pt x="278003" y="1979295"/>
                  </a:cubicBezTo>
                  <a:cubicBezTo>
                    <a:pt x="468249" y="2049145"/>
                    <a:pt x="678561" y="1947799"/>
                    <a:pt x="742315" y="1755394"/>
                  </a:cubicBezTo>
                  <a:lnTo>
                    <a:pt x="1162685" y="524891"/>
                  </a:lnTo>
                  <a:cubicBezTo>
                    <a:pt x="1220724" y="349885"/>
                    <a:pt x="1136142" y="159385"/>
                    <a:pt x="967359" y="84963"/>
                  </a:cubicBezTo>
                  <a:cubicBezTo>
                    <a:pt x="774573" y="0"/>
                    <a:pt x="550418" y="99314"/>
                    <a:pt x="483743" y="2992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4669795" y="4078483"/>
            <a:ext cx="585728" cy="1356121"/>
            <a:chOff x="0" y="0"/>
            <a:chExt cx="780971" cy="180816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-33020" y="0"/>
              <a:ext cx="813943" cy="1808099"/>
            </a:xfrm>
            <a:custGeom>
              <a:avLst/>
              <a:gdLst/>
              <a:ahLst/>
              <a:cxnLst/>
              <a:rect r="r" b="b" t="t" l="l"/>
              <a:pathLst>
                <a:path h="1808099" w="813943">
                  <a:moveTo>
                    <a:pt x="810514" y="1808099"/>
                  </a:moveTo>
                  <a:lnTo>
                    <a:pt x="294132" y="1571498"/>
                  </a:lnTo>
                  <a:cubicBezTo>
                    <a:pt x="194437" y="1525143"/>
                    <a:pt x="118745" y="1460881"/>
                    <a:pt x="75057" y="1385443"/>
                  </a:cubicBezTo>
                  <a:cubicBezTo>
                    <a:pt x="28448" y="1304798"/>
                    <a:pt x="20320" y="1213612"/>
                    <a:pt x="51816" y="1121537"/>
                  </a:cubicBezTo>
                  <a:lnTo>
                    <a:pt x="434594" y="0"/>
                  </a:lnTo>
                  <a:lnTo>
                    <a:pt x="442468" y="2667"/>
                  </a:lnTo>
                  <a:lnTo>
                    <a:pt x="59817" y="1124204"/>
                  </a:lnTo>
                  <a:cubicBezTo>
                    <a:pt x="0" y="1299464"/>
                    <a:pt x="91186" y="1467866"/>
                    <a:pt x="297688" y="1563878"/>
                  </a:cubicBezTo>
                  <a:lnTo>
                    <a:pt x="813943" y="1800479"/>
                  </a:lnTo>
                  <a:lnTo>
                    <a:pt x="810514" y="18080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-3718200">
            <a:off x="5071306" y="4494120"/>
            <a:ext cx="726630" cy="311213"/>
            <a:chOff x="0" y="0"/>
            <a:chExt cx="968840" cy="41495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68883" cy="414909"/>
            </a:xfrm>
            <a:custGeom>
              <a:avLst/>
              <a:gdLst/>
              <a:ahLst/>
              <a:cxnLst/>
              <a:rect r="r" b="b" t="t" l="l"/>
              <a:pathLst>
                <a:path h="414909" w="968883">
                  <a:moveTo>
                    <a:pt x="967486" y="12446"/>
                  </a:moveTo>
                  <a:lnTo>
                    <a:pt x="968883" y="20701"/>
                  </a:lnTo>
                  <a:lnTo>
                    <a:pt x="141224" y="155829"/>
                  </a:lnTo>
                  <a:lnTo>
                    <a:pt x="141224" y="414909"/>
                  </a:lnTo>
                  <a:lnTo>
                    <a:pt x="132842" y="414909"/>
                  </a:lnTo>
                  <a:lnTo>
                    <a:pt x="132842" y="153670"/>
                  </a:lnTo>
                  <a:lnTo>
                    <a:pt x="0" y="5588"/>
                  </a:lnTo>
                  <a:lnTo>
                    <a:pt x="6223" y="0"/>
                  </a:lnTo>
                  <a:lnTo>
                    <a:pt x="138811" y="14770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4317920" y="6659992"/>
            <a:ext cx="1139425" cy="794612"/>
            <a:chOff x="0" y="0"/>
            <a:chExt cx="1519234" cy="105948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5080" y="5080"/>
              <a:ext cx="1509014" cy="1049274"/>
            </a:xfrm>
            <a:custGeom>
              <a:avLst/>
              <a:gdLst/>
              <a:ahLst/>
              <a:cxnLst/>
              <a:rect r="r" b="b" t="t" l="l"/>
              <a:pathLst>
                <a:path h="1049274" w="1509014">
                  <a:moveTo>
                    <a:pt x="0" y="174879"/>
                  </a:moveTo>
                  <a:cubicBezTo>
                    <a:pt x="0" y="78359"/>
                    <a:pt x="78486" y="0"/>
                    <a:pt x="175387" y="0"/>
                  </a:cubicBezTo>
                  <a:lnTo>
                    <a:pt x="1333627" y="0"/>
                  </a:lnTo>
                  <a:cubicBezTo>
                    <a:pt x="1430528" y="0"/>
                    <a:pt x="1509014" y="78359"/>
                    <a:pt x="1509014" y="174879"/>
                  </a:cubicBezTo>
                  <a:lnTo>
                    <a:pt x="1509014" y="874395"/>
                  </a:lnTo>
                  <a:cubicBezTo>
                    <a:pt x="1509014" y="971042"/>
                    <a:pt x="1430528" y="1049274"/>
                    <a:pt x="1333627" y="1049274"/>
                  </a:cubicBezTo>
                  <a:lnTo>
                    <a:pt x="175387" y="1049274"/>
                  </a:lnTo>
                  <a:cubicBezTo>
                    <a:pt x="78486" y="1049274"/>
                    <a:pt x="0" y="971042"/>
                    <a:pt x="0" y="8743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519174" cy="1059434"/>
            </a:xfrm>
            <a:custGeom>
              <a:avLst/>
              <a:gdLst/>
              <a:ahLst/>
              <a:cxnLst/>
              <a:rect r="r" b="b" t="t" l="l"/>
              <a:pathLst>
                <a:path h="1059434" w="1519174">
                  <a:moveTo>
                    <a:pt x="0" y="179959"/>
                  </a:moveTo>
                  <a:cubicBezTo>
                    <a:pt x="0" y="80518"/>
                    <a:pt x="80772" y="0"/>
                    <a:pt x="180467" y="0"/>
                  </a:cubicBezTo>
                  <a:lnTo>
                    <a:pt x="1338707" y="0"/>
                  </a:lnTo>
                  <a:lnTo>
                    <a:pt x="1338707" y="5080"/>
                  </a:lnTo>
                  <a:lnTo>
                    <a:pt x="1338707" y="0"/>
                  </a:lnTo>
                  <a:cubicBezTo>
                    <a:pt x="1438402" y="0"/>
                    <a:pt x="1519174" y="80518"/>
                    <a:pt x="1519174" y="179959"/>
                  </a:cubicBezTo>
                  <a:lnTo>
                    <a:pt x="1514094" y="179959"/>
                  </a:lnTo>
                  <a:lnTo>
                    <a:pt x="1519174" y="179959"/>
                  </a:lnTo>
                  <a:lnTo>
                    <a:pt x="1519174" y="879475"/>
                  </a:lnTo>
                  <a:lnTo>
                    <a:pt x="1514094" y="879475"/>
                  </a:lnTo>
                  <a:lnTo>
                    <a:pt x="1519174" y="879475"/>
                  </a:lnTo>
                  <a:cubicBezTo>
                    <a:pt x="1519174" y="978916"/>
                    <a:pt x="1438402" y="1059434"/>
                    <a:pt x="1338707" y="1059434"/>
                  </a:cubicBezTo>
                  <a:lnTo>
                    <a:pt x="1338707" y="1054354"/>
                  </a:lnTo>
                  <a:lnTo>
                    <a:pt x="1338707" y="1059434"/>
                  </a:lnTo>
                  <a:lnTo>
                    <a:pt x="180467" y="1059434"/>
                  </a:lnTo>
                  <a:lnTo>
                    <a:pt x="180467" y="1054354"/>
                  </a:lnTo>
                  <a:lnTo>
                    <a:pt x="180467" y="1059434"/>
                  </a:lnTo>
                  <a:cubicBezTo>
                    <a:pt x="80772" y="1059434"/>
                    <a:pt x="0" y="978916"/>
                    <a:pt x="0" y="879475"/>
                  </a:cubicBezTo>
                  <a:lnTo>
                    <a:pt x="0" y="179959"/>
                  </a:lnTo>
                  <a:lnTo>
                    <a:pt x="5080" y="179959"/>
                  </a:lnTo>
                  <a:lnTo>
                    <a:pt x="0" y="179959"/>
                  </a:lnTo>
                  <a:moveTo>
                    <a:pt x="10160" y="179959"/>
                  </a:moveTo>
                  <a:lnTo>
                    <a:pt x="10160" y="879475"/>
                  </a:lnTo>
                  <a:lnTo>
                    <a:pt x="5080" y="879475"/>
                  </a:lnTo>
                  <a:lnTo>
                    <a:pt x="10160" y="879475"/>
                  </a:lnTo>
                  <a:cubicBezTo>
                    <a:pt x="10160" y="973201"/>
                    <a:pt x="86360" y="1049274"/>
                    <a:pt x="180467" y="1049274"/>
                  </a:cubicBezTo>
                  <a:lnTo>
                    <a:pt x="1338707" y="1049274"/>
                  </a:lnTo>
                  <a:cubicBezTo>
                    <a:pt x="1432814" y="1049274"/>
                    <a:pt x="1509014" y="973201"/>
                    <a:pt x="1509014" y="879475"/>
                  </a:cubicBezTo>
                  <a:lnTo>
                    <a:pt x="1509014" y="179959"/>
                  </a:lnTo>
                  <a:cubicBezTo>
                    <a:pt x="1509014" y="86233"/>
                    <a:pt x="1432814" y="10160"/>
                    <a:pt x="1338707" y="10160"/>
                  </a:cubicBezTo>
                  <a:lnTo>
                    <a:pt x="180467" y="10160"/>
                  </a:lnTo>
                  <a:lnTo>
                    <a:pt x="180467" y="5080"/>
                  </a:lnTo>
                  <a:lnTo>
                    <a:pt x="180467" y="10160"/>
                  </a:lnTo>
                  <a:cubicBezTo>
                    <a:pt x="86360" y="10160"/>
                    <a:pt x="10160" y="86233"/>
                    <a:pt x="10160" y="17995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4445720" y="6741533"/>
            <a:ext cx="243575" cy="243574"/>
            <a:chOff x="0" y="0"/>
            <a:chExt cx="324766" cy="32476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24739" cy="324739"/>
            </a:xfrm>
            <a:custGeom>
              <a:avLst/>
              <a:gdLst/>
              <a:ahLst/>
              <a:cxnLst/>
              <a:rect r="r" b="b" t="t" l="l"/>
              <a:pathLst>
                <a:path h="324739" w="324739">
                  <a:moveTo>
                    <a:pt x="0" y="162433"/>
                  </a:moveTo>
                  <a:cubicBezTo>
                    <a:pt x="0" y="72644"/>
                    <a:pt x="72644" y="0"/>
                    <a:pt x="162433" y="0"/>
                  </a:cubicBezTo>
                  <a:cubicBezTo>
                    <a:pt x="252222" y="0"/>
                    <a:pt x="324739" y="72644"/>
                    <a:pt x="324739" y="162433"/>
                  </a:cubicBezTo>
                  <a:cubicBezTo>
                    <a:pt x="324739" y="252222"/>
                    <a:pt x="252095" y="324739"/>
                    <a:pt x="162433" y="324739"/>
                  </a:cubicBezTo>
                  <a:cubicBezTo>
                    <a:pt x="72771" y="324739"/>
                    <a:pt x="0" y="252095"/>
                    <a:pt x="0" y="162433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4456955" y="6805351"/>
            <a:ext cx="901858" cy="513271"/>
          </a:xfrm>
          <a:custGeom>
            <a:avLst/>
            <a:gdLst/>
            <a:ahLst/>
            <a:cxnLst/>
            <a:rect r="r" b="b" t="t" l="l"/>
            <a:pathLst>
              <a:path h="513271" w="901858">
                <a:moveTo>
                  <a:pt x="0" y="0"/>
                </a:moveTo>
                <a:lnTo>
                  <a:pt x="901857" y="0"/>
                </a:lnTo>
                <a:lnTo>
                  <a:pt x="901857" y="513271"/>
                </a:lnTo>
                <a:lnTo>
                  <a:pt x="0" y="513271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5126471" y="7127790"/>
            <a:ext cx="243575" cy="243575"/>
            <a:chOff x="0" y="0"/>
            <a:chExt cx="324766" cy="32476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24739" cy="324739"/>
            </a:xfrm>
            <a:custGeom>
              <a:avLst/>
              <a:gdLst/>
              <a:ahLst/>
              <a:cxnLst/>
              <a:rect r="r" b="b" t="t" l="l"/>
              <a:pathLst>
                <a:path h="324739" w="324739">
                  <a:moveTo>
                    <a:pt x="0" y="162433"/>
                  </a:moveTo>
                  <a:cubicBezTo>
                    <a:pt x="0" y="72644"/>
                    <a:pt x="72644" y="0"/>
                    <a:pt x="162433" y="0"/>
                  </a:cubicBezTo>
                  <a:cubicBezTo>
                    <a:pt x="252222" y="0"/>
                    <a:pt x="324739" y="72644"/>
                    <a:pt x="324739" y="162433"/>
                  </a:cubicBezTo>
                  <a:cubicBezTo>
                    <a:pt x="324739" y="252222"/>
                    <a:pt x="252095" y="324739"/>
                    <a:pt x="162433" y="324739"/>
                  </a:cubicBezTo>
                  <a:cubicBezTo>
                    <a:pt x="72771" y="324739"/>
                    <a:pt x="0" y="252095"/>
                    <a:pt x="0" y="162433"/>
                  </a:cubicBezTo>
                  <a:close/>
                </a:path>
              </a:pathLst>
            </a:custGeom>
            <a:solidFill>
              <a:srgbClr val="EF5D59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4324908" y="7054120"/>
            <a:ext cx="1125511" cy="6293"/>
            <a:chOff x="0" y="0"/>
            <a:chExt cx="1500682" cy="839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00632" cy="8382"/>
            </a:xfrm>
            <a:custGeom>
              <a:avLst/>
              <a:gdLst/>
              <a:ahLst/>
              <a:cxnLst/>
              <a:rect r="r" b="b" t="t" l="l"/>
              <a:pathLst>
                <a:path h="8382" w="1500632">
                  <a:moveTo>
                    <a:pt x="0" y="0"/>
                  </a:moveTo>
                  <a:lnTo>
                    <a:pt x="1500632" y="0"/>
                  </a:lnTo>
                  <a:lnTo>
                    <a:pt x="1500632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2" id="152"/>
          <p:cNvSpPr/>
          <p:nvPr/>
        </p:nvSpPr>
        <p:spPr>
          <a:xfrm flipH="false" flipV="false" rot="0">
            <a:off x="3531394" y="5798230"/>
            <a:ext cx="633590" cy="1214305"/>
          </a:xfrm>
          <a:custGeom>
            <a:avLst/>
            <a:gdLst/>
            <a:ahLst/>
            <a:cxnLst/>
            <a:rect r="r" b="b" t="t" l="l"/>
            <a:pathLst>
              <a:path h="1214305" w="633590">
                <a:moveTo>
                  <a:pt x="0" y="0"/>
                </a:moveTo>
                <a:lnTo>
                  <a:pt x="633590" y="0"/>
                </a:lnTo>
                <a:lnTo>
                  <a:pt x="633590" y="1214305"/>
                </a:lnTo>
                <a:lnTo>
                  <a:pt x="0" y="1214305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3568293" y="5849174"/>
            <a:ext cx="523280" cy="1950988"/>
          </a:xfrm>
          <a:custGeom>
            <a:avLst/>
            <a:gdLst/>
            <a:ahLst/>
            <a:cxnLst/>
            <a:rect r="r" b="b" t="t" l="l"/>
            <a:pathLst>
              <a:path h="1950988" w="523280">
                <a:moveTo>
                  <a:pt x="0" y="0"/>
                </a:moveTo>
                <a:lnTo>
                  <a:pt x="523280" y="0"/>
                </a:lnTo>
                <a:lnTo>
                  <a:pt x="523280" y="1950987"/>
                </a:lnTo>
                <a:lnTo>
                  <a:pt x="0" y="195098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3035036" y="6099638"/>
            <a:ext cx="412741" cy="876443"/>
          </a:xfrm>
          <a:custGeom>
            <a:avLst/>
            <a:gdLst/>
            <a:ahLst/>
            <a:cxnLst/>
            <a:rect r="r" b="b" t="t" l="l"/>
            <a:pathLst>
              <a:path h="876443" w="412741">
                <a:moveTo>
                  <a:pt x="0" y="0"/>
                </a:moveTo>
                <a:lnTo>
                  <a:pt x="412742" y="0"/>
                </a:lnTo>
                <a:lnTo>
                  <a:pt x="412742" y="876443"/>
                </a:lnTo>
                <a:lnTo>
                  <a:pt x="0" y="876443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3114722" y="6243247"/>
            <a:ext cx="441139" cy="1460008"/>
          </a:xfrm>
          <a:custGeom>
            <a:avLst/>
            <a:gdLst/>
            <a:ahLst/>
            <a:cxnLst/>
            <a:rect r="r" b="b" t="t" l="l"/>
            <a:pathLst>
              <a:path h="1460008" w="441139">
                <a:moveTo>
                  <a:pt x="0" y="0"/>
                </a:moveTo>
                <a:lnTo>
                  <a:pt x="441140" y="0"/>
                </a:lnTo>
                <a:lnTo>
                  <a:pt x="441140" y="1460008"/>
                </a:lnTo>
                <a:lnTo>
                  <a:pt x="0" y="146000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6" id="156"/>
          <p:cNvGrpSpPr/>
          <p:nvPr/>
        </p:nvGrpSpPr>
        <p:grpSpPr>
          <a:xfrm rot="0">
            <a:off x="3940196" y="6759802"/>
            <a:ext cx="473736" cy="254558"/>
            <a:chOff x="0" y="0"/>
            <a:chExt cx="631648" cy="339411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04850" cy="362077"/>
            </a:xfrm>
            <a:custGeom>
              <a:avLst/>
              <a:gdLst/>
              <a:ahLst/>
              <a:cxnLst/>
              <a:rect r="r" b="b" t="t" l="l"/>
              <a:pathLst>
                <a:path h="362077" w="704850">
                  <a:moveTo>
                    <a:pt x="0" y="228981"/>
                  </a:moveTo>
                  <a:cubicBezTo>
                    <a:pt x="0" y="228981"/>
                    <a:pt x="208915" y="136271"/>
                    <a:pt x="329311" y="215773"/>
                  </a:cubicBezTo>
                  <a:cubicBezTo>
                    <a:pt x="402844" y="264287"/>
                    <a:pt x="436245" y="362077"/>
                    <a:pt x="525907" y="334772"/>
                  </a:cubicBezTo>
                  <a:cubicBezTo>
                    <a:pt x="704850" y="280289"/>
                    <a:pt x="607314" y="62230"/>
                    <a:pt x="585978" y="46228"/>
                  </a:cubicBezTo>
                  <a:lnTo>
                    <a:pt x="222631" y="0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8" id="158"/>
          <p:cNvSpPr/>
          <p:nvPr/>
        </p:nvSpPr>
        <p:spPr>
          <a:xfrm flipH="false" flipV="false" rot="0">
            <a:off x="3672574" y="6610915"/>
            <a:ext cx="714871" cy="744778"/>
          </a:xfrm>
          <a:custGeom>
            <a:avLst/>
            <a:gdLst/>
            <a:ahLst/>
            <a:cxnLst/>
            <a:rect r="r" b="b" t="t" l="l"/>
            <a:pathLst>
              <a:path h="744778" w="714871">
                <a:moveTo>
                  <a:pt x="0" y="0"/>
                </a:moveTo>
                <a:lnTo>
                  <a:pt x="714871" y="0"/>
                </a:lnTo>
                <a:lnTo>
                  <a:pt x="714871" y="744778"/>
                </a:lnTo>
                <a:lnTo>
                  <a:pt x="0" y="744778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3636463" y="6645287"/>
            <a:ext cx="573529" cy="1222679"/>
          </a:xfrm>
          <a:custGeom>
            <a:avLst/>
            <a:gdLst/>
            <a:ahLst/>
            <a:cxnLst/>
            <a:rect r="r" b="b" t="t" l="l"/>
            <a:pathLst>
              <a:path h="1222679" w="573529">
                <a:moveTo>
                  <a:pt x="0" y="0"/>
                </a:moveTo>
                <a:lnTo>
                  <a:pt x="573529" y="0"/>
                </a:lnTo>
                <a:lnTo>
                  <a:pt x="573529" y="1222679"/>
                </a:lnTo>
                <a:lnTo>
                  <a:pt x="0" y="1222679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2850940" y="6755906"/>
            <a:ext cx="483943" cy="487884"/>
          </a:xfrm>
          <a:custGeom>
            <a:avLst/>
            <a:gdLst/>
            <a:ahLst/>
            <a:cxnLst/>
            <a:rect r="r" b="b" t="t" l="l"/>
            <a:pathLst>
              <a:path h="487884" w="483943">
                <a:moveTo>
                  <a:pt x="0" y="0"/>
                </a:moveTo>
                <a:lnTo>
                  <a:pt x="483943" y="0"/>
                </a:lnTo>
                <a:lnTo>
                  <a:pt x="483943" y="487884"/>
                </a:lnTo>
                <a:lnTo>
                  <a:pt x="0" y="487884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2891962" y="6818956"/>
            <a:ext cx="724039" cy="871034"/>
          </a:xfrm>
          <a:custGeom>
            <a:avLst/>
            <a:gdLst/>
            <a:ahLst/>
            <a:cxnLst/>
            <a:rect r="r" b="b" t="t" l="l"/>
            <a:pathLst>
              <a:path h="871034" w="724039">
                <a:moveTo>
                  <a:pt x="0" y="0"/>
                </a:moveTo>
                <a:lnTo>
                  <a:pt x="724039" y="0"/>
                </a:lnTo>
                <a:lnTo>
                  <a:pt x="724039" y="871034"/>
                </a:lnTo>
                <a:lnTo>
                  <a:pt x="0" y="871034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2" id="162"/>
          <p:cNvGrpSpPr/>
          <p:nvPr/>
        </p:nvGrpSpPr>
        <p:grpSpPr>
          <a:xfrm rot="0">
            <a:off x="3304883" y="7545098"/>
            <a:ext cx="547096" cy="948684"/>
            <a:chOff x="0" y="0"/>
            <a:chExt cx="729461" cy="1264912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729488" cy="1264920"/>
            </a:xfrm>
            <a:custGeom>
              <a:avLst/>
              <a:gdLst/>
              <a:ahLst/>
              <a:cxnLst/>
              <a:rect r="r" b="b" t="t" l="l"/>
              <a:pathLst>
                <a:path h="1264920" w="729488">
                  <a:moveTo>
                    <a:pt x="0" y="0"/>
                  </a:moveTo>
                  <a:lnTo>
                    <a:pt x="729488" y="0"/>
                  </a:lnTo>
                  <a:lnTo>
                    <a:pt x="729488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3275044" y="7512832"/>
            <a:ext cx="597378" cy="121054"/>
            <a:chOff x="0" y="0"/>
            <a:chExt cx="796504" cy="161405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796544" cy="161417"/>
            </a:xfrm>
            <a:custGeom>
              <a:avLst/>
              <a:gdLst/>
              <a:ahLst/>
              <a:cxnLst/>
              <a:rect r="r" b="b" t="t" l="l"/>
              <a:pathLst>
                <a:path h="161417" w="796544">
                  <a:moveTo>
                    <a:pt x="0" y="0"/>
                  </a:moveTo>
                  <a:lnTo>
                    <a:pt x="796544" y="0"/>
                  </a:lnTo>
                  <a:lnTo>
                    <a:pt x="796544" y="161417"/>
                  </a:lnTo>
                  <a:lnTo>
                    <a:pt x="0" y="161417"/>
                  </a:lnTo>
                  <a:close/>
                </a:path>
              </a:pathLst>
            </a:custGeom>
            <a:solidFill>
              <a:srgbClr val="EF5D59"/>
            </a:solidFill>
          </p:spPr>
        </p:sp>
      </p:grpSp>
      <p:sp>
        <p:nvSpPr>
          <p:cNvPr name="Freeform 166" id="166"/>
          <p:cNvSpPr/>
          <p:nvPr/>
        </p:nvSpPr>
        <p:spPr>
          <a:xfrm flipH="false" flipV="false" rot="0">
            <a:off x="3271417" y="7509204"/>
            <a:ext cx="604632" cy="128305"/>
          </a:xfrm>
          <a:custGeom>
            <a:avLst/>
            <a:gdLst/>
            <a:ahLst/>
            <a:cxnLst/>
            <a:rect r="r" b="b" t="t" l="l"/>
            <a:pathLst>
              <a:path h="128305" w="604632">
                <a:moveTo>
                  <a:pt x="0" y="0"/>
                </a:moveTo>
                <a:lnTo>
                  <a:pt x="604632" y="0"/>
                </a:lnTo>
                <a:lnTo>
                  <a:pt x="604632" y="128305"/>
                </a:lnTo>
                <a:lnTo>
                  <a:pt x="0" y="128305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3589370" y="3910887"/>
            <a:ext cx="533642" cy="340484"/>
          </a:xfrm>
          <a:custGeom>
            <a:avLst/>
            <a:gdLst/>
            <a:ahLst/>
            <a:cxnLst/>
            <a:rect r="r" b="b" t="t" l="l"/>
            <a:pathLst>
              <a:path h="340484" w="533642">
                <a:moveTo>
                  <a:pt x="0" y="0"/>
                </a:moveTo>
                <a:lnTo>
                  <a:pt x="533642" y="0"/>
                </a:lnTo>
                <a:lnTo>
                  <a:pt x="533642" y="340484"/>
                </a:lnTo>
                <a:lnTo>
                  <a:pt x="0" y="340484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6819054" y="3733796"/>
            <a:ext cx="1322813" cy="449297"/>
          </a:xfrm>
          <a:custGeom>
            <a:avLst/>
            <a:gdLst/>
            <a:ahLst/>
            <a:cxnLst/>
            <a:rect r="r" b="b" t="t" l="l"/>
            <a:pathLst>
              <a:path h="449297" w="1322813">
                <a:moveTo>
                  <a:pt x="0" y="0"/>
                </a:moveTo>
                <a:lnTo>
                  <a:pt x="1322813" y="0"/>
                </a:lnTo>
                <a:lnTo>
                  <a:pt x="1322813" y="449297"/>
                </a:lnTo>
                <a:lnTo>
                  <a:pt x="0" y="449297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9" id="169"/>
          <p:cNvGrpSpPr/>
          <p:nvPr/>
        </p:nvGrpSpPr>
        <p:grpSpPr>
          <a:xfrm rot="0">
            <a:off x="9053478" y="2736386"/>
            <a:ext cx="6304952" cy="2574652"/>
            <a:chOff x="0" y="0"/>
            <a:chExt cx="8406603" cy="3432869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8406603" cy="3432869"/>
            </a:xfrm>
            <a:custGeom>
              <a:avLst/>
              <a:gdLst/>
              <a:ahLst/>
              <a:cxnLst/>
              <a:rect r="r" b="b" t="t" l="l"/>
              <a:pathLst>
                <a:path h="3432869" w="8406603">
                  <a:moveTo>
                    <a:pt x="0" y="0"/>
                  </a:moveTo>
                  <a:lnTo>
                    <a:pt x="8406603" y="0"/>
                  </a:lnTo>
                  <a:lnTo>
                    <a:pt x="8406603" y="3432869"/>
                  </a:lnTo>
                  <a:lnTo>
                    <a:pt x="0" y="3432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0"/>
              <a:ext cx="8406603" cy="343286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10799"/>
                </a:lnSpc>
              </a:pPr>
              <a:r>
                <a:rPr lang="en-US" sz="8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Thank You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DAGw2tMjwdY</dc:identifier>
  <dcterms:modified xsi:type="dcterms:W3CDTF">2011-08-01T06:04:30Z</dcterms:modified>
  <cp:revision>1</cp:revision>
  <dc:title>Workshop_AI_Programming_Assistant.pptx</dc:title>
</cp:coreProperties>
</file>